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(09.01~09.30)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(01.01~09.30)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14,106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12,433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-1,674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10,948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1,485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139,028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157,010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17,982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113,387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43,623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6,137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-1,886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6,203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-66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FF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-1%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80,374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90,687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10,313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64,858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25,828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5,744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4,379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1,364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54,784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60,587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5,803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44,935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15,652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403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3,870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5,736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1,866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3,593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2,143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