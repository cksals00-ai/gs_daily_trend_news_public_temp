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(09.01~09.30)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14,106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12,544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-1,562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10,907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1,637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139,028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157,120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18,093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113,346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43,775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6,201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-1,821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6,182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80,374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90,751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10,378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64,837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25,914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5,784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4,360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1,424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54,784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60,626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5,842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44,916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15,711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156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3,870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5,743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1,873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3,593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2,150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