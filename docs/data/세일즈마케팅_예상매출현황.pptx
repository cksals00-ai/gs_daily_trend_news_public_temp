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(08.01~08.31)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(01.01~08.31)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23,859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68,837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44,978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17,815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51,023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124,921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185,306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60,385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98,979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86,327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14,604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46,090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31,487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316%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10,774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35,317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328%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72,351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113,813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41,462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56,346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57,467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8,857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22,165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13,308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250%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6,710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15,454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49,103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66,258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17,155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39,464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26,795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582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183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331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251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76%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3,467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5,235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1,768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3,169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2,066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