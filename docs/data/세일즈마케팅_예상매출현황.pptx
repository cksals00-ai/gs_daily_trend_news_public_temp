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69,122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45,262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18,056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51,066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185,589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60,668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99,220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86,370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46,360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31,756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10,940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35,420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114,081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41,730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56,513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57,569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22,189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13,332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15,404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66,283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17,180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39,538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26,745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174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1,758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