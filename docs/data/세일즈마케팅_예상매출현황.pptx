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(09.01~09.30)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(01.01~09.30)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14,106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15,927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1,820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8,943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6,984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139,028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160,503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21,475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111,382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49,121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8,023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8,020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-3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5,070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2,950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80,374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92,570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12,196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63,726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28,844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5,681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7,305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1,624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3,549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3,756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54,784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62,147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7,363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44,105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18,042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403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602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199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323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3,870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5,786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1,916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3,551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2,235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