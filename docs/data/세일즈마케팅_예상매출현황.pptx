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55,035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31,176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18,374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36,661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171,503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46,581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99,538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71,965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37,716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23,113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11,179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26,538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105,438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33,087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56,751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48,687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16,736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7,879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6,853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9,883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60,829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11,726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39,606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21,223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583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342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5,235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1,768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3,180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