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26,847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14,728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12,119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124,921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140,909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15,988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95,882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45,027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16,537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1,934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8,895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7,642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72,351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82,878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10,527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54,460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28,419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9,790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933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5,571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4,219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49,103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52,885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3,782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38,322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14,563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520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121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5,146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1,678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3,100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2,045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