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(07.01~07.31)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(01.01~07.31)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16,298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13,021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3,277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85,267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108,175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22,908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72,422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35,753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9,425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611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1,817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48,345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62,121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13,776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40,049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22,072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6,237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738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31,240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38,800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7,560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27,521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11,279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505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130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594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1,572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