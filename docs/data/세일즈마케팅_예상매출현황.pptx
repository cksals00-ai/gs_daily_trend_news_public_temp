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(08.01~08.31)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29,891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6,031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19,557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10,333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124,921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146,358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21,437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100,721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45,637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17,939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3,336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11,938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6,002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72,351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85,661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13,310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57,510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28,151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11,402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2,545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7,264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4,138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49,103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55,496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6,393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40,017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15,478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150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5,202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1,734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3,194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2,008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