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15,169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12,641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173,968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18,952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126,038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47,930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-1,856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99,510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9,526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72,616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26,894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67,921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49,317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18,603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756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2,148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