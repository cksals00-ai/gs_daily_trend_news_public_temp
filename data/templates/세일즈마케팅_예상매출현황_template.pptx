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39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74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38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55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44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7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66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15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905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387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-9342" y="464126"/>
            <a:ext cx="91716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144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272937" y="6651306"/>
            <a:ext cx="2598126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 </a:t>
            </a:r>
            <a:fld id="{139B9628-D260-44E5-8C8F-2D156FF703C3}" type="slidenum">
              <a:rPr lang="en-US" altLang="ko-KR" sz="738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 -</a:t>
            </a:r>
            <a:endParaRPr lang="en-US" altLang="ko-KR" sz="738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6199350" y="173613"/>
            <a:ext cx="2772231" cy="230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ko-KR" sz="1662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Sales Marketing</a:t>
            </a:r>
            <a:endParaRPr lang="en-US" altLang="ko-KR" sz="1662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339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9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6942629" y="967488"/>
            <a:ext cx="1916849" cy="241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844083">
              <a:spcBef>
                <a:spcPts val="0"/>
              </a:spcBef>
              <a:defRPr/>
            </a:pPr>
            <a:r>
              <a:rPr lang="ko-KR" altLang="en-US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단위 </a:t>
            </a:r>
            <a:r>
              <a:rPr lang="en-US" altLang="ko-KR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: </a:t>
            </a:r>
            <a:r>
              <a:rPr lang="ko-KR" altLang="en-US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백만원</a:t>
            </a:r>
            <a:endParaRPr lang="en-US" altLang="ko-KR" sz="646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395416" y="873313"/>
            <a:ext cx="6357006" cy="33634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sz="1477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1. </a:t>
            </a:r>
            <a:r>
              <a:rPr lang="ko-KR" altLang="en-US" sz="1477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세일즈마케팅 예상 매출 현황</a:t>
            </a:r>
            <a:endParaRPr lang="en-US" altLang="ko-KR" sz="1477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420" y="163968"/>
            <a:ext cx="2772231" cy="230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Ⅱ. [</a:t>
            </a:r>
            <a:r>
              <a:rPr lang="ko-KR" altLang="en-US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마케팅</a:t>
            </a:r>
            <a:r>
              <a:rPr lang="en-US" altLang="ko-KR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] </a:t>
            </a:r>
            <a:r>
              <a:rPr lang="ko-KR" altLang="en-US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sz="1662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96077"/>
              </p:ext>
            </p:extLst>
          </p:nvPr>
        </p:nvGraphicFramePr>
        <p:xfrm>
          <a:off x="395416" y="1209076"/>
          <a:ext cx="8466016" cy="5047700"/>
        </p:xfrm>
        <a:graphic>
          <a:graphicData uri="http://schemas.openxmlformats.org/drawingml/2006/table">
            <a:tbl>
              <a:tblPr/>
              <a:tblGrid>
                <a:gridCol w="166154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498462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11167159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325145744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047406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8389882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6512704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201646386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21928608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9561178"/>
                    </a:ext>
                  </a:extLst>
                </a:gridCol>
                <a:gridCol w="58631">
                  <a:extLst>
                    <a:ext uri="{9D8B030D-6E8A-4147-A177-3AD203B41FA5}">
                      <a16:colId xmlns:a16="http://schemas.microsoft.com/office/drawing/2014/main" val="1778775893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26595631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1891710517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156872835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388294928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864322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72443508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90452401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20947531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474480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62248171"/>
                    </a:ext>
                  </a:extLst>
                </a:gridCol>
              </a:tblGrid>
              <a:tr h="260254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 </a:t>
                      </a:r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8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당월 </a:t>
                      </a:r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예상실적 </a:t>
                      </a:r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(06.01~06.30)</a:t>
                      </a:r>
                      <a:endParaRPr lang="en-US" altLang="ko-KR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누계 실적 </a:t>
                      </a:r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(01.01~06.30)</a:t>
                      </a:r>
                      <a:endParaRPr lang="en-US" altLang="ko-KR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56210"/>
                  </a:ext>
                </a:extLst>
              </a:tr>
              <a:tr h="26025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운영 매출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74,488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57,655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333,770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272,486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92493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세일즈마케팅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27,120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21,513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37%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126,466 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38%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109,035 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4,149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2,997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20,679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15,704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자사몰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3,675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2,835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17,708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13,812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0443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제휴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162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2,971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1,892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314529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GS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14,819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14,697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28%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-122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13,021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1,676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85,267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98,982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13,715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72,422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26,560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8,814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8,396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-418 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7,608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48,345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56,177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7,833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40,049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16,129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830610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GOTA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5,499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5,847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348 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4,819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1,028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31,240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36,802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5,562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27,521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9,281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99986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Inbound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505 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453 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-52 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594 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-140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-24%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5,682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6,003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320 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4,852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1,151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10481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MICE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8,128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6,829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31,072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30,183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662367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G-MICE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7,424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5,801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29,221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27,112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95734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E-MICE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704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1,014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1,851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2,983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046851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Other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681291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레저마케팅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1,321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1,242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4,267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3,748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120293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자사몰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179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863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42037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외부채널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1,142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1,109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3,404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3,306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681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38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421</TotalTime>
  <Words>334</Words>
  <Application>Microsoft Office PowerPoint</Application>
  <PresentationFormat>화면 슬라이드 쇼(4:3)</PresentationFormat>
  <Paragraphs>217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대명체 굵게</vt:lpstr>
      <vt:lpstr>대명체 보통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Chanmin</cp:lastModifiedBy>
  <cp:revision>6</cp:revision>
  <dcterms:created xsi:type="dcterms:W3CDTF">2026-05-27T23:40:10Z</dcterms:created>
  <dcterms:modified xsi:type="dcterms:W3CDTF">2026-06-04T05:30:52Z</dcterms:modified>
</cp:coreProperties>
</file>