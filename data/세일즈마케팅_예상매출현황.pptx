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(11.01~11.30)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(01.01~11.30)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11,524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13,918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166,540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188,354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132,663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55,692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-61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96,744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106,130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76,150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29,979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1,536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64,982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74,324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52,010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22,314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1,345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7,901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3,086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4,502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