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(06.01~06.30)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(01.01~06.30)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14,819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16,053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1,234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13,021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3,032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85,267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106,504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21,237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72,422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34,082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9,317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503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7,608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1,709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48,345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61,019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12,674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40,049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20,970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5,499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6,163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664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1,344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31,240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38,405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7,165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27,521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10,884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505 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572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67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594 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5,682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7,080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1,398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4,852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2,228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