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(10.01~10.31)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(01.01~10.31)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155,016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174,719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19,703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125,211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49,508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9,610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8,151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-1,459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89,984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72,124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27,783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6,980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1,121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60,643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68,241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49,004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19,237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4,389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6,571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2,181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4,084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