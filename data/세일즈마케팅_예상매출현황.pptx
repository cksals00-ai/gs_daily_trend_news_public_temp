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(08.01~08.31)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69,132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45,272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290%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18,056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51,076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124,921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185,600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60,679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99,220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86,381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14,604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46,368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31,764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318%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10,940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35,428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324%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72,351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114,090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41,739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56,513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57,578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8,857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22,179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13,322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250%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6,785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15,394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227%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49,103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66,273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17,170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39,538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26,735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585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186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331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254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3,467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5,237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1,770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3,169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2,068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