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(09.01~09.30)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14,106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12,506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-1,600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10,907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1,599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139,028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157,083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18,056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113,346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43,738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8,023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6,186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-1,836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6,182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80,374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90,736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10,363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64,837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25,899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5,766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85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4,360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1,406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54,784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60,609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44,916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15,694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554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151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3,870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5,738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1,868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3,593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2,145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