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(10.01~10.31)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(01.01~10.31)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15,988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15,546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-442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12,246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3,300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155,016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174,345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19,329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125,643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48,702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9,610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7,954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-1,656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7,533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89,984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99,710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9,726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72,397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27,313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5,859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6,818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960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4,214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2,604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60,643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68,080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7,437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49,155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18,925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520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774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255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498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4,389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6,555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2,166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4,092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2,464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