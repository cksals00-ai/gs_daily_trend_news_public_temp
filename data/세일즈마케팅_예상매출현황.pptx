
<file path=[Content_Types].xml><?xml version="1.0" encoding="utf-8"?>
<Types xmlns="http://schemas.openxmlformats.org/package/2006/content-types">
  <Default Extension="jpeg" ContentType="image/jpeg"/>
  <Default Extension="rels" ContentType="application/vnd.openxmlformats-package.relationships+xml"/>
  <Default Extension="xml" ContentType="application/xml"/>
  <Override PartName="/docProps/app.xml" ContentType="application/vnd.openxmlformats-officedocument.extended-properties+xml"/>
  <Override PartName="/docProps/core.xml" ContentType="application/vnd.openxmlformats-package.core-properties+xml"/>
  <Override PartName="/ppt/presProps.xml" ContentType="application/vnd.openxmlformats-officedocument.presentationml.presProps+xml"/>
  <Override PartName="/ppt/presentation.xml" ContentType="application/vnd.openxmlformats-officedocument.presentationml.presentation.main+xml"/>
  <Override PartName="/ppt/slideLayouts/slideLayout1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slideLayouts/slideLayout12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tableStyles.xml" ContentType="application/vnd.openxmlformats-officedocument.presentationml.tableStyles+xml"/>
  <Override PartName="/ppt/theme/theme1.xml" ContentType="application/vnd.openxmlformats-officedocument.theme+xml"/>
  <Override PartName="/ppt/viewProps.xml" ContentType="application/vnd.openxmlformats-officedocument.presentationml.viewProps+xml"/>
</Types>
</file>

<file path=_rels/.rels><?xml version='1.0' encoding='UTF-8' standalone='yes'?>
<Relationships xmlns="http://schemas.openxmlformats.org/package/2006/relationships"><Relationship Id="rId1" Type="http://schemas.openxmlformats.org/officeDocument/2006/relationships/officeDocument" Target="ppt/presentation.xml"/><Relationship Id="rId2" Type="http://schemas.openxmlformats.org/package/2006/relationships/metadata/thumbnail" Target="docProps/thumbnail.jpeg"/><Relationship Id="rId3" Type="http://schemas.openxmlformats.org/package/2006/relationships/metadata/core-properties" Target="docProps/core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>
  <p:sldMasterIdLst>
    <p:sldMasterId id="2147483660" r:id="rId1"/>
  </p:sldMasterIdLst>
  <p:sldIdLst>
    <p:sldId id="257" r:id="rId2"/>
  </p:sldIdLst>
  <p:sldSz cx="9144000" cy="6858000" type="screen4x3"/>
  <p:notesSz cx="6858000" cy="9144000"/>
  <p:defaultTextStyle>
    <a:defPPr>
      <a:defRPr lang="ko-KR"/>
    </a:defPPr>
    <a:lvl1pPr marL="0" algn="l" defTabSz="914400" rtl="0" eaLnBrk="1" latinLnBrk="1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1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1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1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1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1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1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1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1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  <p:extLst>
    <p:ext uri="{EFAFB233-063F-42B5-8137-9DF3F51BA10A}">
      <p15:sldGuideLst xmlns:p15="http://schemas.microsoft.com/office/powerpoint/2012/main"/>
    </p:ext>
  </p:extLst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220"/>
    </p:ext>
    <p:ext uri="{FD5EFAAD-0ECE-453E-9831-46B23BE46B34}">
      <p15:chartTrackingRefBased xmlns:p15="http://schemas.microsoft.com/office/powerpoint/2012/main" val="1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 horzBarState="maximized">
    <p:restoredLeft sz="15987" autoAdjust="0"/>
    <p:restoredTop sz="94660"/>
  </p:normalViewPr>
  <p:slideViewPr>
    <p:cSldViewPr snapToGrid="0">
      <p:cViewPr varScale="1">
        <p:scale>
          <a:sx n="117" d="100"/>
          <a:sy n="117" d="100"/>
        </p:scale>
        <p:origin x="1332" y="96"/>
      </p:cViewPr>
      <p:guideLst/>
    </p:cSldViewPr>
  </p:slideViewPr>
  <p:notesTextViewPr>
    <p:cViewPr>
      <p:scale>
        <a:sx n="1" d="1"/>
        <a:sy n="1" d="1"/>
      </p:scale>
      <p:origin x="0" y="0"/>
    </p:cViewPr>
  </p:notesTextViewPr>
  <p:gridSpacing cx="72008" cy="72008"/>
</p:viewPr>
</file>

<file path=ppt/_rels/presentation.xml.rels><?xml version='1.0' encoding='UTF-8' standalone='yes'?>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slide" Target="slides/slide1.xml"/><Relationship Id="rId3" Type="http://schemas.openxmlformats.org/officeDocument/2006/relationships/presProps" Target="presProps.xml"/><Relationship Id="rId4" Type="http://schemas.openxmlformats.org/officeDocument/2006/relationships/viewProps" Target="viewProps.xml"/><Relationship Id="rId5" Type="http://schemas.openxmlformats.org/officeDocument/2006/relationships/theme" Target="theme/theme1.xml"/><Relationship Id="rId6" Type="http://schemas.openxmlformats.org/officeDocument/2006/relationships/tableStyles" Target="tableStyles.xml"/></Relationships>
</file>

<file path=ppt/slideLayouts/_rels/slideLayout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2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제목 슬라이드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685800" y="1122363"/>
            <a:ext cx="7772400" cy="2387600"/>
          </a:xfrm>
        </p:spPr>
        <p:txBody>
          <a:bodyPr anchor="b"/>
          <a:lstStyle>
            <a:lvl1pPr algn="ctr">
              <a:defRPr sz="6000"/>
            </a:lvl1pPr>
          </a:lstStyle>
          <a:p>
            <a:r>
              <a:rPr lang="ko-KR" altLang="en-US" smtClean="0"/>
              <a:t>마스터 제목 스타일 편집</a:t>
            </a:r>
            <a:endParaRPr lang="en-US" dirty="0"/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1143000" y="3602038"/>
            <a:ext cx="6858000" cy="1655762"/>
          </a:xfrm>
        </p:spPr>
        <p:txBody>
          <a:bodyPr/>
          <a:lstStyle>
            <a:lvl1pPr marL="0" indent="0" algn="ctr">
              <a:buNone/>
              <a:defRPr sz="2400"/>
            </a:lvl1pPr>
            <a:lvl2pPr marL="457200" indent="0" algn="ctr">
              <a:buNone/>
              <a:defRPr sz="2000"/>
            </a:lvl2pPr>
            <a:lvl3pPr marL="914400" indent="0" algn="ctr">
              <a:buNone/>
              <a:defRPr sz="1800"/>
            </a:lvl3pPr>
            <a:lvl4pPr marL="1371600" indent="0" algn="ctr">
              <a:buNone/>
              <a:defRPr sz="1600"/>
            </a:lvl4pPr>
            <a:lvl5pPr marL="1828800" indent="0" algn="ctr">
              <a:buNone/>
              <a:defRPr sz="1600"/>
            </a:lvl5pPr>
            <a:lvl6pPr marL="2286000" indent="0" algn="ctr">
              <a:buNone/>
              <a:defRPr sz="1600"/>
            </a:lvl6pPr>
            <a:lvl7pPr marL="2743200" indent="0" algn="ctr">
              <a:buNone/>
              <a:defRPr sz="1600"/>
            </a:lvl7pPr>
            <a:lvl8pPr marL="3200400" indent="0" algn="ctr">
              <a:buNone/>
              <a:defRPr sz="1600"/>
            </a:lvl8pPr>
            <a:lvl9pPr marL="3657600" indent="0" algn="ctr">
              <a:buNone/>
              <a:defRPr sz="1600"/>
            </a:lvl9pPr>
          </a:lstStyle>
          <a:p>
            <a:r>
              <a:rPr lang="ko-KR" altLang="en-US" smtClean="0"/>
              <a:t>클릭하여 마스터 부제목 스타일 편집</a:t>
            </a:r>
            <a:endParaRPr lang="en-US" dirty="0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CCB144AD-CF07-4696-A154-BFD7857F29FF}" type="datetimeFigureOut">
              <a:rPr lang="ko-KR" altLang="en-US" smtClean="0"/>
              <a:t>2026-06-04</a:t>
            </a:fld>
            <a:endParaRPr lang="ko-KR" alt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ko-KR" alt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04FE93C-FAE1-431D-9ED6-7FAA8F537E4C}" type="slidenum">
              <a:rPr lang="ko-KR" altLang="en-US" smtClean="0"/>
              <a:t>‹#›</a:t>
            </a:fld>
            <a:endParaRPr lang="ko-KR" altLang="en-US"/>
          </a:p>
        </p:txBody>
      </p:sp>
    </p:spTree>
    <p:extLst>
      <p:ext uri="{BB962C8B-B14F-4D97-AF65-F5344CB8AC3E}">
        <p14:creationId xmlns:p14="http://schemas.microsoft.com/office/powerpoint/2010/main" val="435394566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제목 및 내용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ko-KR" altLang="en-US" smtClean="0"/>
              <a:t>마스터 제목 스타일 편집</a:t>
            </a:r>
            <a:endParaRPr lang="en-US" dirty="0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ko-KR" altLang="en-US" smtClean="0"/>
              <a:t>마스터 텍스트 스타일 편집</a:t>
            </a:r>
          </a:p>
          <a:p>
            <a:pPr lvl="1"/>
            <a:r>
              <a:rPr lang="ko-KR" altLang="en-US" smtClean="0"/>
              <a:t>둘째 수준</a:t>
            </a:r>
          </a:p>
          <a:p>
            <a:pPr lvl="2"/>
            <a:r>
              <a:rPr lang="ko-KR" altLang="en-US" smtClean="0"/>
              <a:t>셋째 수준</a:t>
            </a:r>
          </a:p>
          <a:p>
            <a:pPr lvl="3"/>
            <a:r>
              <a:rPr lang="ko-KR" altLang="en-US" smtClean="0"/>
              <a:t>넷째 수준</a:t>
            </a:r>
          </a:p>
          <a:p>
            <a:pPr lvl="4"/>
            <a:r>
              <a:rPr lang="ko-KR" altLang="en-US" smtClean="0"/>
              <a:t>다섯째 수준</a:t>
            </a:r>
            <a:endParaRPr lang="en-US" dirty="0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CCB144AD-CF07-4696-A154-BFD7857F29FF}" type="datetimeFigureOut">
              <a:rPr lang="ko-KR" altLang="en-US" smtClean="0"/>
              <a:t>2026-06-04</a:t>
            </a:fld>
            <a:endParaRPr lang="ko-KR" alt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ko-KR" alt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04FE93C-FAE1-431D-9ED6-7FAA8F537E4C}" type="slidenum">
              <a:rPr lang="ko-KR" altLang="en-US" smtClean="0"/>
              <a:t>‹#›</a:t>
            </a:fld>
            <a:endParaRPr lang="ko-KR" altLang="en-US"/>
          </a:p>
        </p:txBody>
      </p:sp>
    </p:spTree>
    <p:extLst>
      <p:ext uri="{BB962C8B-B14F-4D97-AF65-F5344CB8AC3E}">
        <p14:creationId xmlns:p14="http://schemas.microsoft.com/office/powerpoint/2010/main" val="548744361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구역 머리글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623888" y="1709739"/>
            <a:ext cx="7886700" cy="2852737"/>
          </a:xfrm>
        </p:spPr>
        <p:txBody>
          <a:bodyPr anchor="b"/>
          <a:lstStyle>
            <a:lvl1pPr>
              <a:defRPr sz="6000"/>
            </a:lvl1pPr>
          </a:lstStyle>
          <a:p>
            <a:r>
              <a:rPr lang="ko-KR" altLang="en-US" smtClean="0"/>
              <a:t>마스터 제목 스타일 편집</a:t>
            </a:r>
            <a:endParaRPr lang="en-US" dirty="0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623888" y="4589464"/>
            <a:ext cx="7886700" cy="1500187"/>
          </a:xfrm>
        </p:spPr>
        <p:txBody>
          <a:bodyPr/>
          <a:lstStyle>
            <a:lvl1pPr marL="0" indent="0">
              <a:buNone/>
              <a:defRPr sz="2400">
                <a:solidFill>
                  <a:schemeClr val="tx1"/>
                </a:solidFill>
              </a:defRPr>
            </a:lvl1pPr>
            <a:lvl2pPr marL="45720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ko-KR" altLang="en-US" smtClean="0"/>
              <a:t>마스터 텍스트 스타일 편집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CCB144AD-CF07-4696-A154-BFD7857F29FF}" type="datetimeFigureOut">
              <a:rPr lang="ko-KR" altLang="en-US" smtClean="0"/>
              <a:t>2026-06-04</a:t>
            </a:fld>
            <a:endParaRPr lang="ko-KR" alt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ko-KR" alt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04FE93C-FAE1-431D-9ED6-7FAA8F537E4C}" type="slidenum">
              <a:rPr lang="ko-KR" altLang="en-US" smtClean="0"/>
              <a:t>‹#›</a:t>
            </a:fld>
            <a:endParaRPr lang="ko-KR" altLang="en-US"/>
          </a:p>
        </p:txBody>
      </p:sp>
    </p:spTree>
    <p:extLst>
      <p:ext uri="{BB962C8B-B14F-4D97-AF65-F5344CB8AC3E}">
        <p14:creationId xmlns:p14="http://schemas.microsoft.com/office/powerpoint/2010/main" val="2900386726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콘텐츠 2개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ko-KR" altLang="en-US" smtClean="0"/>
              <a:t>마스터 제목 스타일 편집</a:t>
            </a:r>
            <a:endParaRPr lang="en-US" dirty="0"/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628650" y="1825625"/>
            <a:ext cx="3886200" cy="4351338"/>
          </a:xfrm>
        </p:spPr>
        <p:txBody>
          <a:bodyPr/>
          <a:lstStyle/>
          <a:p>
            <a:pPr lvl="0"/>
            <a:r>
              <a:rPr lang="ko-KR" altLang="en-US" smtClean="0"/>
              <a:t>마스터 텍스트 스타일 편집</a:t>
            </a:r>
          </a:p>
          <a:p>
            <a:pPr lvl="1"/>
            <a:r>
              <a:rPr lang="ko-KR" altLang="en-US" smtClean="0"/>
              <a:t>둘째 수준</a:t>
            </a:r>
          </a:p>
          <a:p>
            <a:pPr lvl="2"/>
            <a:r>
              <a:rPr lang="ko-KR" altLang="en-US" smtClean="0"/>
              <a:t>셋째 수준</a:t>
            </a:r>
          </a:p>
          <a:p>
            <a:pPr lvl="3"/>
            <a:r>
              <a:rPr lang="ko-KR" altLang="en-US" smtClean="0"/>
              <a:t>넷째 수준</a:t>
            </a:r>
          </a:p>
          <a:p>
            <a:pPr lvl="4"/>
            <a:r>
              <a:rPr lang="ko-KR" altLang="en-US" smtClean="0"/>
              <a:t>다섯째 수준</a:t>
            </a:r>
            <a:endParaRPr lang="en-US" dirty="0"/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629150" y="1825625"/>
            <a:ext cx="3886200" cy="4351338"/>
          </a:xfrm>
        </p:spPr>
        <p:txBody>
          <a:bodyPr/>
          <a:lstStyle/>
          <a:p>
            <a:pPr lvl="0"/>
            <a:r>
              <a:rPr lang="ko-KR" altLang="en-US" smtClean="0"/>
              <a:t>마스터 텍스트 스타일 편집</a:t>
            </a:r>
          </a:p>
          <a:p>
            <a:pPr lvl="1"/>
            <a:r>
              <a:rPr lang="ko-KR" altLang="en-US" smtClean="0"/>
              <a:t>둘째 수준</a:t>
            </a:r>
          </a:p>
          <a:p>
            <a:pPr lvl="2"/>
            <a:r>
              <a:rPr lang="ko-KR" altLang="en-US" smtClean="0"/>
              <a:t>셋째 수준</a:t>
            </a:r>
          </a:p>
          <a:p>
            <a:pPr lvl="3"/>
            <a:r>
              <a:rPr lang="ko-KR" altLang="en-US" smtClean="0"/>
              <a:t>넷째 수준</a:t>
            </a:r>
          </a:p>
          <a:p>
            <a:pPr lvl="4"/>
            <a:r>
              <a:rPr lang="ko-KR" altLang="en-US" smtClean="0"/>
              <a:t>다섯째 수준</a:t>
            </a:r>
            <a:endParaRPr lang="en-US" dirty="0"/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CCB144AD-CF07-4696-A154-BFD7857F29FF}" type="datetimeFigureOut">
              <a:rPr lang="ko-KR" altLang="en-US" smtClean="0"/>
              <a:t>2026-06-04</a:t>
            </a:fld>
            <a:endParaRPr lang="ko-KR" alt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ko-KR" alt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04FE93C-FAE1-431D-9ED6-7FAA8F537E4C}" type="slidenum">
              <a:rPr lang="ko-KR" altLang="en-US" smtClean="0"/>
              <a:t>‹#›</a:t>
            </a:fld>
            <a:endParaRPr lang="ko-KR" altLang="en-US"/>
          </a:p>
        </p:txBody>
      </p:sp>
    </p:spTree>
    <p:extLst>
      <p:ext uri="{BB962C8B-B14F-4D97-AF65-F5344CB8AC3E}">
        <p14:creationId xmlns:p14="http://schemas.microsoft.com/office/powerpoint/2010/main" val="984551431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비교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629841" y="365126"/>
            <a:ext cx="7886700" cy="1325563"/>
          </a:xfrm>
        </p:spPr>
        <p:txBody>
          <a:bodyPr/>
          <a:lstStyle/>
          <a:p>
            <a:r>
              <a:rPr lang="ko-KR" altLang="en-US" smtClean="0"/>
              <a:t>마스터 제목 스타일 편집</a:t>
            </a:r>
            <a:endParaRPr lang="en-US" dirty="0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629842" y="1681163"/>
            <a:ext cx="3868340" cy="82391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ko-KR" altLang="en-US" smtClean="0"/>
              <a:t>마스터 텍스트 스타일 편집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629842" y="2505075"/>
            <a:ext cx="3868340" cy="3684588"/>
          </a:xfrm>
        </p:spPr>
        <p:txBody>
          <a:bodyPr/>
          <a:lstStyle/>
          <a:p>
            <a:pPr lvl="0"/>
            <a:r>
              <a:rPr lang="ko-KR" altLang="en-US" smtClean="0"/>
              <a:t>마스터 텍스트 스타일 편집</a:t>
            </a:r>
          </a:p>
          <a:p>
            <a:pPr lvl="1"/>
            <a:r>
              <a:rPr lang="ko-KR" altLang="en-US" smtClean="0"/>
              <a:t>둘째 수준</a:t>
            </a:r>
          </a:p>
          <a:p>
            <a:pPr lvl="2"/>
            <a:r>
              <a:rPr lang="ko-KR" altLang="en-US" smtClean="0"/>
              <a:t>셋째 수준</a:t>
            </a:r>
          </a:p>
          <a:p>
            <a:pPr lvl="3"/>
            <a:r>
              <a:rPr lang="ko-KR" altLang="en-US" smtClean="0"/>
              <a:t>넷째 수준</a:t>
            </a:r>
          </a:p>
          <a:p>
            <a:pPr lvl="4"/>
            <a:r>
              <a:rPr lang="ko-KR" altLang="en-US" smtClean="0"/>
              <a:t>다섯째 수준</a:t>
            </a:r>
            <a:endParaRPr lang="en-US" dirty="0"/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4629150" y="1681163"/>
            <a:ext cx="3887391" cy="82391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ko-KR" altLang="en-US" smtClean="0"/>
              <a:t>마스터 텍스트 스타일 편집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4629150" y="2505075"/>
            <a:ext cx="3887391" cy="3684588"/>
          </a:xfrm>
        </p:spPr>
        <p:txBody>
          <a:bodyPr/>
          <a:lstStyle/>
          <a:p>
            <a:pPr lvl="0"/>
            <a:r>
              <a:rPr lang="ko-KR" altLang="en-US" smtClean="0"/>
              <a:t>마스터 텍스트 스타일 편집</a:t>
            </a:r>
          </a:p>
          <a:p>
            <a:pPr lvl="1"/>
            <a:r>
              <a:rPr lang="ko-KR" altLang="en-US" smtClean="0"/>
              <a:t>둘째 수준</a:t>
            </a:r>
          </a:p>
          <a:p>
            <a:pPr lvl="2"/>
            <a:r>
              <a:rPr lang="ko-KR" altLang="en-US" smtClean="0"/>
              <a:t>셋째 수준</a:t>
            </a:r>
          </a:p>
          <a:p>
            <a:pPr lvl="3"/>
            <a:r>
              <a:rPr lang="ko-KR" altLang="en-US" smtClean="0"/>
              <a:t>넷째 수준</a:t>
            </a:r>
          </a:p>
          <a:p>
            <a:pPr lvl="4"/>
            <a:r>
              <a:rPr lang="ko-KR" altLang="en-US" smtClean="0"/>
              <a:t>다섯째 수준</a:t>
            </a:r>
            <a:endParaRPr lang="en-US" dirty="0"/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CCB144AD-CF07-4696-A154-BFD7857F29FF}" type="datetimeFigureOut">
              <a:rPr lang="ko-KR" altLang="en-US" smtClean="0"/>
              <a:t>2026-06-04</a:t>
            </a:fld>
            <a:endParaRPr lang="ko-KR" altLang="en-US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ko-KR" altLang="en-US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04FE93C-FAE1-431D-9ED6-7FAA8F537E4C}" type="slidenum">
              <a:rPr lang="ko-KR" altLang="en-US" smtClean="0"/>
              <a:t>‹#›</a:t>
            </a:fld>
            <a:endParaRPr lang="ko-KR" altLang="en-US"/>
          </a:p>
        </p:txBody>
      </p:sp>
    </p:spTree>
    <p:extLst>
      <p:ext uri="{BB962C8B-B14F-4D97-AF65-F5344CB8AC3E}">
        <p14:creationId xmlns:p14="http://schemas.microsoft.com/office/powerpoint/2010/main" val="1330446840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제목만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ko-KR" altLang="en-US" smtClean="0"/>
              <a:t>마스터 제목 스타일 편집</a:t>
            </a:r>
            <a:endParaRPr lang="en-US" dirty="0"/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CCB144AD-CF07-4696-A154-BFD7857F29FF}" type="datetimeFigureOut">
              <a:rPr lang="ko-KR" altLang="en-US" smtClean="0"/>
              <a:t>2026-06-04</a:t>
            </a:fld>
            <a:endParaRPr lang="ko-KR" altLang="en-US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ko-KR" altLang="en-US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04FE93C-FAE1-431D-9ED6-7FAA8F537E4C}" type="slidenum">
              <a:rPr lang="ko-KR" altLang="en-US" smtClean="0"/>
              <a:t>‹#›</a:t>
            </a:fld>
            <a:endParaRPr lang="ko-KR" altLang="en-US"/>
          </a:p>
        </p:txBody>
      </p:sp>
    </p:spTree>
    <p:extLst>
      <p:ext uri="{BB962C8B-B14F-4D97-AF65-F5344CB8AC3E}">
        <p14:creationId xmlns:p14="http://schemas.microsoft.com/office/powerpoint/2010/main" val="493737910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빈 화면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CCB144AD-CF07-4696-A154-BFD7857F29FF}" type="datetimeFigureOut">
              <a:rPr lang="ko-KR" altLang="en-US" smtClean="0"/>
              <a:t>2026-06-04</a:t>
            </a:fld>
            <a:endParaRPr lang="ko-KR" altLang="en-US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ko-KR" altLang="en-US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04FE93C-FAE1-431D-9ED6-7FAA8F537E4C}" type="slidenum">
              <a:rPr lang="ko-KR" altLang="en-US" smtClean="0"/>
              <a:t>‹#›</a:t>
            </a:fld>
            <a:endParaRPr lang="ko-KR" altLang="en-US"/>
          </a:p>
        </p:txBody>
      </p:sp>
    </p:spTree>
    <p:extLst>
      <p:ext uri="{BB962C8B-B14F-4D97-AF65-F5344CB8AC3E}">
        <p14:creationId xmlns:p14="http://schemas.microsoft.com/office/powerpoint/2010/main" val="2014662531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캡션 있는 콘텐츠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629841" y="457200"/>
            <a:ext cx="2949178" cy="1600200"/>
          </a:xfrm>
        </p:spPr>
        <p:txBody>
          <a:bodyPr anchor="b"/>
          <a:lstStyle>
            <a:lvl1pPr>
              <a:defRPr sz="3200"/>
            </a:lvl1pPr>
          </a:lstStyle>
          <a:p>
            <a:r>
              <a:rPr lang="ko-KR" altLang="en-US" smtClean="0"/>
              <a:t>마스터 제목 스타일 편집</a:t>
            </a:r>
            <a:endParaRPr lang="en-US" dirty="0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3887391" y="987426"/>
            <a:ext cx="4629150" cy="4873625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lang="ko-KR" altLang="en-US" smtClean="0"/>
              <a:t>마스터 텍스트 스타일 편집</a:t>
            </a:r>
          </a:p>
          <a:p>
            <a:pPr lvl="1"/>
            <a:r>
              <a:rPr lang="ko-KR" altLang="en-US" smtClean="0"/>
              <a:t>둘째 수준</a:t>
            </a:r>
          </a:p>
          <a:p>
            <a:pPr lvl="2"/>
            <a:r>
              <a:rPr lang="ko-KR" altLang="en-US" smtClean="0"/>
              <a:t>셋째 수준</a:t>
            </a:r>
          </a:p>
          <a:p>
            <a:pPr lvl="3"/>
            <a:r>
              <a:rPr lang="ko-KR" altLang="en-US" smtClean="0"/>
              <a:t>넷째 수준</a:t>
            </a:r>
          </a:p>
          <a:p>
            <a:pPr lvl="4"/>
            <a:r>
              <a:rPr lang="ko-KR" altLang="en-US" smtClean="0"/>
              <a:t>다섯째 수준</a:t>
            </a:r>
            <a:endParaRPr lang="en-US" dirty="0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629841" y="2057400"/>
            <a:ext cx="2949178" cy="3811588"/>
          </a:xfrm>
        </p:spPr>
        <p:txBody>
          <a:bodyPr/>
          <a:lstStyle>
            <a:lvl1pPr marL="0" indent="0">
              <a:buNone/>
              <a:defRPr sz="1600"/>
            </a:lvl1pPr>
            <a:lvl2pPr marL="457200" indent="0">
              <a:buNone/>
              <a:defRPr sz="1400"/>
            </a:lvl2pPr>
            <a:lvl3pPr marL="914400" indent="0">
              <a:buNone/>
              <a:defRPr sz="1200"/>
            </a:lvl3pPr>
            <a:lvl4pPr marL="1371600" indent="0">
              <a:buNone/>
              <a:defRPr sz="1000"/>
            </a:lvl4pPr>
            <a:lvl5pPr marL="1828800" indent="0">
              <a:buNone/>
              <a:defRPr sz="1000"/>
            </a:lvl5pPr>
            <a:lvl6pPr marL="2286000" indent="0">
              <a:buNone/>
              <a:defRPr sz="1000"/>
            </a:lvl6pPr>
            <a:lvl7pPr marL="2743200" indent="0">
              <a:buNone/>
              <a:defRPr sz="1000"/>
            </a:lvl7pPr>
            <a:lvl8pPr marL="3200400" indent="0">
              <a:buNone/>
              <a:defRPr sz="1000"/>
            </a:lvl8pPr>
            <a:lvl9pPr marL="3657600" indent="0">
              <a:buNone/>
              <a:defRPr sz="1000"/>
            </a:lvl9pPr>
          </a:lstStyle>
          <a:p>
            <a:pPr lvl="0"/>
            <a:r>
              <a:rPr lang="ko-KR" altLang="en-US" smtClean="0"/>
              <a:t>마스터 텍스트 스타일 편집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CCB144AD-CF07-4696-A154-BFD7857F29FF}" type="datetimeFigureOut">
              <a:rPr lang="ko-KR" altLang="en-US" smtClean="0"/>
              <a:t>2026-06-04</a:t>
            </a:fld>
            <a:endParaRPr lang="ko-KR" alt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ko-KR" alt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04FE93C-FAE1-431D-9ED6-7FAA8F537E4C}" type="slidenum">
              <a:rPr lang="ko-KR" altLang="en-US" smtClean="0"/>
              <a:t>‹#›</a:t>
            </a:fld>
            <a:endParaRPr lang="ko-KR" altLang="en-US"/>
          </a:p>
        </p:txBody>
      </p:sp>
    </p:spTree>
    <p:extLst>
      <p:ext uri="{BB962C8B-B14F-4D97-AF65-F5344CB8AC3E}">
        <p14:creationId xmlns:p14="http://schemas.microsoft.com/office/powerpoint/2010/main" val="2961152378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캡션 있는 그림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629841" y="457200"/>
            <a:ext cx="2949178" cy="1600200"/>
          </a:xfrm>
        </p:spPr>
        <p:txBody>
          <a:bodyPr anchor="b"/>
          <a:lstStyle>
            <a:lvl1pPr>
              <a:defRPr sz="3200"/>
            </a:lvl1pPr>
          </a:lstStyle>
          <a:p>
            <a:r>
              <a:rPr lang="ko-KR" altLang="en-US" smtClean="0"/>
              <a:t>마스터 제목 스타일 편집</a:t>
            </a:r>
            <a:endParaRPr lang="en-US" dirty="0"/>
          </a:p>
        </p:txBody>
      </p:sp>
      <p:sp>
        <p:nvSpPr>
          <p:cNvPr id="3" name="Picture Placeholder 2"/>
          <p:cNvSpPr>
            <a:spLocks noGrp="1" noChangeAspect="1"/>
          </p:cNvSpPr>
          <p:nvPr>
            <p:ph type="pic" idx="1"/>
          </p:nvPr>
        </p:nvSpPr>
        <p:spPr>
          <a:xfrm>
            <a:off x="3887391" y="987426"/>
            <a:ext cx="4629150" cy="4873625"/>
          </a:xfrm>
        </p:spPr>
        <p:txBody>
          <a:bodyPr anchor="t"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r>
              <a:rPr lang="ko-KR" altLang="en-US" smtClean="0"/>
              <a:t>그림을 추가하려면 아이콘을 클릭하십시오</a:t>
            </a:r>
            <a:endParaRPr lang="en-US" dirty="0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629841" y="2057400"/>
            <a:ext cx="2949178" cy="3811588"/>
          </a:xfrm>
        </p:spPr>
        <p:txBody>
          <a:bodyPr/>
          <a:lstStyle>
            <a:lvl1pPr marL="0" indent="0">
              <a:buNone/>
              <a:defRPr sz="1600"/>
            </a:lvl1pPr>
            <a:lvl2pPr marL="457200" indent="0">
              <a:buNone/>
              <a:defRPr sz="1400"/>
            </a:lvl2pPr>
            <a:lvl3pPr marL="914400" indent="0">
              <a:buNone/>
              <a:defRPr sz="1200"/>
            </a:lvl3pPr>
            <a:lvl4pPr marL="1371600" indent="0">
              <a:buNone/>
              <a:defRPr sz="1000"/>
            </a:lvl4pPr>
            <a:lvl5pPr marL="1828800" indent="0">
              <a:buNone/>
              <a:defRPr sz="1000"/>
            </a:lvl5pPr>
            <a:lvl6pPr marL="2286000" indent="0">
              <a:buNone/>
              <a:defRPr sz="1000"/>
            </a:lvl6pPr>
            <a:lvl7pPr marL="2743200" indent="0">
              <a:buNone/>
              <a:defRPr sz="1000"/>
            </a:lvl7pPr>
            <a:lvl8pPr marL="3200400" indent="0">
              <a:buNone/>
              <a:defRPr sz="1000"/>
            </a:lvl8pPr>
            <a:lvl9pPr marL="3657600" indent="0">
              <a:buNone/>
              <a:defRPr sz="1000"/>
            </a:lvl9pPr>
          </a:lstStyle>
          <a:p>
            <a:pPr lvl="0"/>
            <a:r>
              <a:rPr lang="ko-KR" altLang="en-US" smtClean="0"/>
              <a:t>마스터 텍스트 스타일 편집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CCB144AD-CF07-4696-A154-BFD7857F29FF}" type="datetimeFigureOut">
              <a:rPr lang="ko-KR" altLang="en-US" smtClean="0"/>
              <a:t>2026-06-04</a:t>
            </a:fld>
            <a:endParaRPr lang="ko-KR" alt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ko-KR" alt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04FE93C-FAE1-431D-9ED6-7FAA8F537E4C}" type="slidenum">
              <a:rPr lang="ko-KR" altLang="en-US" smtClean="0"/>
              <a:t>‹#›</a:t>
            </a:fld>
            <a:endParaRPr lang="ko-KR" altLang="en-US"/>
          </a:p>
        </p:txBody>
      </p:sp>
    </p:spTree>
    <p:extLst>
      <p:ext uri="{BB962C8B-B14F-4D97-AF65-F5344CB8AC3E}">
        <p14:creationId xmlns:p14="http://schemas.microsoft.com/office/powerpoint/2010/main" val="939698099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제목 및 세로 텍스트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ko-KR" altLang="en-US" smtClean="0"/>
              <a:t>마스터 제목 스타일 편집</a:t>
            </a:r>
            <a:endParaRPr lang="en-US" dirty="0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ko-KR" altLang="en-US" smtClean="0"/>
              <a:t>마스터 텍스트 스타일 편집</a:t>
            </a:r>
          </a:p>
          <a:p>
            <a:pPr lvl="1"/>
            <a:r>
              <a:rPr lang="ko-KR" altLang="en-US" smtClean="0"/>
              <a:t>둘째 수준</a:t>
            </a:r>
          </a:p>
          <a:p>
            <a:pPr lvl="2"/>
            <a:r>
              <a:rPr lang="ko-KR" altLang="en-US" smtClean="0"/>
              <a:t>셋째 수준</a:t>
            </a:r>
          </a:p>
          <a:p>
            <a:pPr lvl="3"/>
            <a:r>
              <a:rPr lang="ko-KR" altLang="en-US" smtClean="0"/>
              <a:t>넷째 수준</a:t>
            </a:r>
          </a:p>
          <a:p>
            <a:pPr lvl="4"/>
            <a:r>
              <a:rPr lang="ko-KR" altLang="en-US" smtClean="0"/>
              <a:t>다섯째 수준</a:t>
            </a:r>
            <a:endParaRPr lang="en-US" dirty="0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CCB144AD-CF07-4696-A154-BFD7857F29FF}" type="datetimeFigureOut">
              <a:rPr lang="ko-KR" altLang="en-US" smtClean="0"/>
              <a:t>2026-06-04</a:t>
            </a:fld>
            <a:endParaRPr lang="ko-KR" alt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ko-KR" alt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04FE93C-FAE1-431D-9ED6-7FAA8F537E4C}" type="slidenum">
              <a:rPr lang="ko-KR" altLang="en-US" smtClean="0"/>
              <a:t>‹#›</a:t>
            </a:fld>
            <a:endParaRPr lang="ko-KR" altLang="en-US"/>
          </a:p>
        </p:txBody>
      </p:sp>
    </p:spTree>
    <p:extLst>
      <p:ext uri="{BB962C8B-B14F-4D97-AF65-F5344CB8AC3E}">
        <p14:creationId xmlns:p14="http://schemas.microsoft.com/office/powerpoint/2010/main" val="3140905852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세로 제목 및 텍스트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/>
          <p:cNvSpPr>
            <a:spLocks noGrp="1"/>
          </p:cNvSpPr>
          <p:nvPr>
            <p:ph type="title" orient="vert"/>
          </p:nvPr>
        </p:nvSpPr>
        <p:spPr>
          <a:xfrm>
            <a:off x="6543675" y="365125"/>
            <a:ext cx="1971675" cy="5811838"/>
          </a:xfrm>
        </p:spPr>
        <p:txBody>
          <a:bodyPr vert="eaVert"/>
          <a:lstStyle/>
          <a:p>
            <a:r>
              <a:rPr lang="ko-KR" altLang="en-US" smtClean="0"/>
              <a:t>마스터 제목 스타일 편집</a:t>
            </a:r>
            <a:endParaRPr lang="en-US" dirty="0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>
          <a:xfrm>
            <a:off x="628650" y="365125"/>
            <a:ext cx="5800725" cy="5811838"/>
          </a:xfrm>
        </p:spPr>
        <p:txBody>
          <a:bodyPr vert="eaVert"/>
          <a:lstStyle/>
          <a:p>
            <a:pPr lvl="0"/>
            <a:r>
              <a:rPr lang="ko-KR" altLang="en-US" smtClean="0"/>
              <a:t>마스터 텍스트 스타일 편집</a:t>
            </a:r>
          </a:p>
          <a:p>
            <a:pPr lvl="1"/>
            <a:r>
              <a:rPr lang="ko-KR" altLang="en-US" smtClean="0"/>
              <a:t>둘째 수준</a:t>
            </a:r>
          </a:p>
          <a:p>
            <a:pPr lvl="2"/>
            <a:r>
              <a:rPr lang="ko-KR" altLang="en-US" smtClean="0"/>
              <a:t>셋째 수준</a:t>
            </a:r>
          </a:p>
          <a:p>
            <a:pPr lvl="3"/>
            <a:r>
              <a:rPr lang="ko-KR" altLang="en-US" smtClean="0"/>
              <a:t>넷째 수준</a:t>
            </a:r>
          </a:p>
          <a:p>
            <a:pPr lvl="4"/>
            <a:r>
              <a:rPr lang="ko-KR" altLang="en-US" smtClean="0"/>
              <a:t>다섯째 수준</a:t>
            </a:r>
            <a:endParaRPr lang="en-US" dirty="0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CCB144AD-CF07-4696-A154-BFD7857F29FF}" type="datetimeFigureOut">
              <a:rPr lang="ko-KR" altLang="en-US" smtClean="0"/>
              <a:t>2026-06-04</a:t>
            </a:fld>
            <a:endParaRPr lang="ko-KR" alt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ko-KR" alt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04FE93C-FAE1-431D-9ED6-7FAA8F537E4C}" type="slidenum">
              <a:rPr lang="ko-KR" altLang="en-US" smtClean="0"/>
              <a:t>‹#›</a:t>
            </a:fld>
            <a:endParaRPr lang="ko-KR" altLang="en-US"/>
          </a:p>
        </p:txBody>
      </p:sp>
    </p:spTree>
    <p:extLst>
      <p:ext uri="{BB962C8B-B14F-4D97-AF65-F5344CB8AC3E}">
        <p14:creationId xmlns:p14="http://schemas.microsoft.com/office/powerpoint/2010/main" val="3560387878"/>
      </p:ext>
    </p:extLst>
  </p:cSld>
  <p:clrMapOvr>
    <a:masterClrMapping/>
  </p:clrMapOvr>
</p:sldLayout>
</file>

<file path=ppt/slideLayouts/slideLayout12.xml><?xml version="1.0" encoding="utf-8"?>
<p:sldLayout xmlns:a="http://schemas.openxmlformats.org/drawingml/2006/main" xmlns:r="http://schemas.openxmlformats.org/officeDocument/2006/relationships" xmlns:p="http://schemas.openxmlformats.org/presentationml/2006/main" userDrawn="1">
  <p:cSld name="3_사용자 지정 레이아웃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cxnSp>
        <p:nvCxnSpPr>
          <p:cNvPr id="3" name="직선 연결선 2"/>
          <p:cNvCxnSpPr/>
          <p:nvPr userDrawn="1"/>
        </p:nvCxnSpPr>
        <p:spPr>
          <a:xfrm>
            <a:off x="-9342" y="464126"/>
            <a:ext cx="9171692" cy="0"/>
          </a:xfrm>
          <a:prstGeom prst="line">
            <a:avLst/>
          </a:prstGeom>
          <a:ln>
            <a:solidFill>
              <a:schemeClr val="bg1">
                <a:lumMod val="75000"/>
              </a:schemeClr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2" name="직사각형 1"/>
          <p:cNvSpPr/>
          <p:nvPr userDrawn="1"/>
        </p:nvSpPr>
        <p:spPr>
          <a:xfrm>
            <a:off x="1" y="0"/>
            <a:ext cx="9144000" cy="464126"/>
          </a:xfrm>
          <a:prstGeom prst="rect">
            <a:avLst/>
          </a:prstGeom>
          <a:solidFill>
            <a:schemeClr val="bg1">
              <a:lumMod val="95000"/>
            </a:schemeClr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ko-KR" altLang="en-US" sz="1662"/>
          </a:p>
        </p:txBody>
      </p:sp>
      <p:sp>
        <p:nvSpPr>
          <p:cNvPr id="5" name="Slide Number Placeholder 3"/>
          <p:cNvSpPr txBox="1">
            <a:spLocks/>
          </p:cNvSpPr>
          <p:nvPr userDrawn="1"/>
        </p:nvSpPr>
        <p:spPr>
          <a:xfrm>
            <a:off x="3272937" y="6651306"/>
            <a:ext cx="2598126" cy="206695"/>
          </a:xfrm>
          <a:prstGeom prst="rect">
            <a:avLst/>
          </a:prstGeom>
        </p:spPr>
        <p:txBody>
          <a:bodyPr/>
          <a:lstStyle>
            <a:defPPr>
              <a:defRPr lang="ko-KR"/>
            </a:defPPr>
            <a:lvl1pPr marL="0" algn="l" defTabSz="914400" rtl="0" eaLnBrk="1" latinLnBrk="1" hangingPunct="1">
              <a:defRPr sz="900" kern="1200" spc="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1pPr>
            <a:lvl2pPr marL="457200" algn="l" defTabSz="914400" rtl="0" eaLnBrk="1" latinLnBrk="1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2pPr>
            <a:lvl3pPr marL="914400" algn="l" defTabSz="914400" rtl="0" eaLnBrk="1" latinLnBrk="1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3pPr>
            <a:lvl4pPr marL="1371600" algn="l" defTabSz="914400" rtl="0" eaLnBrk="1" latinLnBrk="1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4pPr>
            <a:lvl5pPr marL="1828800" algn="l" defTabSz="914400" rtl="0" eaLnBrk="1" latinLnBrk="1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5pPr>
            <a:lvl6pPr marL="2286000" algn="l" defTabSz="914400" rtl="0" eaLnBrk="1" latinLnBrk="1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6pPr>
            <a:lvl7pPr marL="2743200" algn="l" defTabSz="914400" rtl="0" eaLnBrk="1" latinLnBrk="1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7pPr>
            <a:lvl8pPr marL="3200400" algn="l" defTabSz="914400" rtl="0" eaLnBrk="1" latinLnBrk="1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8pPr>
            <a:lvl9pPr marL="3657600" algn="l" defTabSz="914400" rtl="0" eaLnBrk="1" latinLnBrk="1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9pPr>
          </a:lstStyle>
          <a:p>
            <a:pPr algn="ctr"/>
            <a:r>
              <a:rPr lang="en-US" altLang="ko-KR" sz="738" b="0" dirty="0" smtClean="0">
                <a:ln>
                  <a:solidFill>
                    <a:schemeClr val="accent1">
                      <a:alpha val="0"/>
                    </a:schemeClr>
                  </a:solidFill>
                </a:ln>
                <a:solidFill>
                  <a:schemeClr val="tx1">
                    <a:lumMod val="50000"/>
                    <a:lumOff val="50000"/>
                  </a:schemeClr>
                </a:solidFill>
                <a:latin typeface="대명체 보통" panose="020B0600000101010101" pitchFamily="50" charset="-127"/>
                <a:ea typeface="대명체 보통" panose="020B0600000101010101" pitchFamily="50" charset="-127"/>
              </a:rPr>
              <a:t>-</a:t>
            </a:r>
            <a:r>
              <a:rPr lang="ko-KR" altLang="en-US" sz="738" b="0" dirty="0" smtClean="0">
                <a:ln>
                  <a:solidFill>
                    <a:schemeClr val="accent1">
                      <a:alpha val="0"/>
                    </a:schemeClr>
                  </a:solidFill>
                </a:ln>
                <a:solidFill>
                  <a:schemeClr val="tx1">
                    <a:lumMod val="50000"/>
                    <a:lumOff val="50000"/>
                  </a:schemeClr>
                </a:solidFill>
                <a:latin typeface="대명체 보통" panose="020B0600000101010101" pitchFamily="50" charset="-127"/>
                <a:ea typeface="대명체 보통" panose="020B0600000101010101" pitchFamily="50" charset="-127"/>
              </a:rPr>
              <a:t> </a:t>
            </a:r>
            <a:fld id="{139B9628-D260-44E5-8C8F-2D156FF703C3}" type="slidenum">
              <a:rPr lang="en-US" altLang="ko-KR" sz="738" b="0" smtClean="0">
                <a:ln>
                  <a:solidFill>
                    <a:schemeClr val="accent1">
                      <a:alpha val="0"/>
                    </a:schemeClr>
                  </a:solidFill>
                </a:ln>
                <a:solidFill>
                  <a:schemeClr val="tx1">
                    <a:lumMod val="50000"/>
                    <a:lumOff val="50000"/>
                  </a:schemeClr>
                </a:solidFill>
                <a:latin typeface="대명체 보통" panose="020B0600000101010101" pitchFamily="50" charset="-127"/>
                <a:ea typeface="대명체 보통" panose="020B0600000101010101" pitchFamily="50" charset="-127"/>
              </a:rPr>
              <a:pPr algn="ctr"/>
              <a:t>‹#›</a:t>
            </a:fld>
            <a:r>
              <a:rPr lang="en-US" altLang="ko-KR" sz="738" b="0" dirty="0" smtClean="0">
                <a:ln>
                  <a:solidFill>
                    <a:schemeClr val="accent1">
                      <a:alpha val="0"/>
                    </a:schemeClr>
                  </a:solidFill>
                </a:ln>
                <a:solidFill>
                  <a:schemeClr val="tx1">
                    <a:lumMod val="50000"/>
                    <a:lumOff val="50000"/>
                  </a:schemeClr>
                </a:solidFill>
                <a:latin typeface="대명체 보통" panose="020B0600000101010101" pitchFamily="50" charset="-127"/>
                <a:ea typeface="대명체 보통" panose="020B0600000101010101" pitchFamily="50" charset="-127"/>
              </a:rPr>
              <a:t> -</a:t>
            </a:r>
            <a:endParaRPr lang="en-US" altLang="ko-KR" sz="738" b="0" dirty="0">
              <a:ln>
                <a:solidFill>
                  <a:schemeClr val="accent1">
                    <a:alpha val="0"/>
                  </a:schemeClr>
                </a:solidFill>
              </a:ln>
              <a:solidFill>
                <a:schemeClr val="tx1">
                  <a:lumMod val="50000"/>
                  <a:lumOff val="50000"/>
                </a:schemeClr>
              </a:solidFill>
              <a:latin typeface="대명체 보통" panose="020B0600000101010101" pitchFamily="50" charset="-127"/>
              <a:ea typeface="대명체 보통" panose="020B0600000101010101" pitchFamily="50" charset="-127"/>
            </a:endParaRPr>
          </a:p>
        </p:txBody>
      </p:sp>
      <p:sp>
        <p:nvSpPr>
          <p:cNvPr id="7" name="TextBox 6"/>
          <p:cNvSpPr txBox="1"/>
          <p:nvPr userDrawn="1"/>
        </p:nvSpPr>
        <p:spPr>
          <a:xfrm>
            <a:off x="6199350" y="173613"/>
            <a:ext cx="2772231" cy="230191"/>
          </a:xfrm>
          <a:prstGeom prst="rect">
            <a:avLst/>
          </a:prstGeom>
          <a:noFill/>
        </p:spPr>
        <p:txBody>
          <a:bodyPr wrap="square" lIns="0" tIns="0" rIns="0" bIns="0" rtlCol="0">
            <a:spAutoFit/>
          </a:bodyPr>
          <a:lstStyle/>
          <a:p>
            <a:pPr algn="r">
              <a:lnSpc>
                <a:spcPct val="90000"/>
              </a:lnSpc>
              <a:defRPr/>
            </a:pPr>
            <a:r>
              <a:rPr lang="en-US" altLang="ko-KR" sz="1662" dirty="0" smtClean="0">
                <a:ln>
                  <a:solidFill>
                    <a:srgbClr val="5B9BD5">
                      <a:alpha val="0"/>
                    </a:srgbClr>
                  </a:solidFill>
                </a:ln>
                <a:solidFill>
                  <a:schemeClr val="bg1">
                    <a:lumMod val="75000"/>
                  </a:schemeClr>
                </a:solidFill>
                <a:latin typeface="대명체 굵게" panose="020B0600000101010101" pitchFamily="50" charset="-127"/>
                <a:ea typeface="대명체 굵게" panose="020B0600000101010101" pitchFamily="50" charset="-127"/>
                <a:cs typeface="+mj-cs"/>
              </a:rPr>
              <a:t>Sales Marketing</a:t>
            </a:r>
            <a:endParaRPr lang="en-US" altLang="ko-KR" sz="1662" dirty="0">
              <a:ln>
                <a:solidFill>
                  <a:srgbClr val="5B9BD5">
                    <a:alpha val="0"/>
                  </a:srgbClr>
                </a:solidFill>
              </a:ln>
              <a:solidFill>
                <a:schemeClr val="bg1">
                  <a:lumMod val="75000"/>
                </a:schemeClr>
              </a:solidFill>
              <a:latin typeface="대명체 굵게" panose="020B0600000101010101" pitchFamily="50" charset="-127"/>
              <a:ea typeface="대명체 굵게" panose="020B0600000101010101" pitchFamily="50" charset="-127"/>
              <a:cs typeface="+mj-cs"/>
            </a:endParaRPr>
          </a:p>
        </p:txBody>
      </p:sp>
    </p:spTree>
    <p:extLst>
      <p:ext uri="{BB962C8B-B14F-4D97-AF65-F5344CB8AC3E}">
        <p14:creationId xmlns:p14="http://schemas.microsoft.com/office/powerpoint/2010/main" val="1303398137"/>
      </p:ext>
    </p:extLst>
  </p:cSld>
  <p:clrMapOvr>
    <a:masterClrMapping/>
  </p:clrMapOvr>
</p:sldLayout>
</file>

<file path=ppt/slideMasters/_rels/slideMaster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slideLayout" Target="../slideLayouts/slideLayout8.xml"/><Relationship Id="rId9" Type="http://schemas.openxmlformats.org/officeDocument/2006/relationships/slideLayout" Target="../slideLayouts/slideLayout9.xml"/><Relationship Id="rId10" Type="http://schemas.openxmlformats.org/officeDocument/2006/relationships/slideLayout" Target="../slideLayouts/slideLayout10.xml"/><Relationship Id="rId11" Type="http://schemas.openxmlformats.org/officeDocument/2006/relationships/slideLayout" Target="../slideLayouts/slideLayout11.xml"/><Relationship Id="rId12" Type="http://schemas.openxmlformats.org/officeDocument/2006/relationships/slideLayout" Target="../slideLayouts/slideLayout12.xml"/><Relationship Id="rId13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628650" y="365126"/>
            <a:ext cx="7886700" cy="1325563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ko-KR" altLang="en-US" smtClean="0"/>
              <a:t>마스터 제목 스타일 편집</a:t>
            </a:r>
            <a:endParaRPr lang="en-US" dirty="0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628650" y="1825625"/>
            <a:ext cx="7886700" cy="4351338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ko-KR" altLang="en-US" smtClean="0"/>
              <a:t>마스터 텍스트 스타일 편집</a:t>
            </a:r>
          </a:p>
          <a:p>
            <a:pPr lvl="1"/>
            <a:r>
              <a:rPr lang="ko-KR" altLang="en-US" smtClean="0"/>
              <a:t>둘째 수준</a:t>
            </a:r>
          </a:p>
          <a:p>
            <a:pPr lvl="2"/>
            <a:r>
              <a:rPr lang="ko-KR" altLang="en-US" smtClean="0"/>
              <a:t>셋째 수준</a:t>
            </a:r>
          </a:p>
          <a:p>
            <a:pPr lvl="3"/>
            <a:r>
              <a:rPr lang="ko-KR" altLang="en-US" smtClean="0"/>
              <a:t>넷째 수준</a:t>
            </a:r>
          </a:p>
          <a:p>
            <a:pPr lvl="4"/>
            <a:r>
              <a:rPr lang="ko-KR" altLang="en-US" smtClean="0"/>
              <a:t>다섯째 수준</a:t>
            </a:r>
            <a:endParaRPr lang="en-US" dirty="0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2"/>
          </p:nvPr>
        </p:nvSpPr>
        <p:spPr>
          <a:xfrm>
            <a:off x="628650" y="6356351"/>
            <a:ext cx="20574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CCB144AD-CF07-4696-A154-BFD7857F29FF}" type="datetimeFigureOut">
              <a:rPr lang="ko-KR" altLang="en-US" smtClean="0"/>
              <a:t>2026-06-04</a:t>
            </a:fld>
            <a:endParaRPr lang="ko-KR" alt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3"/>
          </p:nvPr>
        </p:nvSpPr>
        <p:spPr>
          <a:xfrm>
            <a:off x="3028950" y="6356351"/>
            <a:ext cx="30861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ko-KR" alt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4"/>
          </p:nvPr>
        </p:nvSpPr>
        <p:spPr>
          <a:xfrm>
            <a:off x="6457950" y="6356351"/>
            <a:ext cx="20574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804FE93C-FAE1-431D-9ED6-7FAA8F537E4C}" type="slidenum">
              <a:rPr lang="ko-KR" altLang="en-US" smtClean="0"/>
              <a:t>‹#›</a:t>
            </a:fld>
            <a:endParaRPr lang="ko-KR" altLang="en-US"/>
          </a:p>
        </p:txBody>
      </p:sp>
    </p:spTree>
    <p:extLst>
      <p:ext uri="{BB962C8B-B14F-4D97-AF65-F5344CB8AC3E}">
        <p14:creationId xmlns:p14="http://schemas.microsoft.com/office/powerpoint/2010/main" val="3060296924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61" r:id="rId1"/>
    <p:sldLayoutId id="2147483662" r:id="rId2"/>
    <p:sldLayoutId id="2147483663" r:id="rId3"/>
    <p:sldLayoutId id="2147483664" r:id="rId4"/>
    <p:sldLayoutId id="2147483665" r:id="rId5"/>
    <p:sldLayoutId id="2147483666" r:id="rId6"/>
    <p:sldLayoutId id="2147483667" r:id="rId7"/>
    <p:sldLayoutId id="2147483668" r:id="rId8"/>
    <p:sldLayoutId id="2147483669" r:id="rId9"/>
    <p:sldLayoutId id="2147483670" r:id="rId10"/>
    <p:sldLayoutId id="2147483671" r:id="rId11"/>
    <p:sldLayoutId id="2147483672" r:id="rId12"/>
  </p:sldLayoutIdLst>
  <p:txStyles>
    <p:titleStyle>
      <a:lvl1pPr algn="l" defTabSz="914400" rtl="0" eaLnBrk="1" latinLnBrk="1" hangingPunct="1">
        <a:lnSpc>
          <a:spcPct val="90000"/>
        </a:lnSpc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228600" indent="-228600" algn="l" defTabSz="914400" rtl="0" eaLnBrk="1" latinLnBrk="1" hangingPunct="1">
        <a:lnSpc>
          <a:spcPct val="90000"/>
        </a:lnSpc>
        <a:spcBef>
          <a:spcPts val="1000"/>
        </a:spcBef>
        <a:buFont typeface="Arial" panose="020B0604020202020204" pitchFamily="34" charset="0"/>
        <a:buChar char="•"/>
        <a:defRPr sz="2800" kern="1200">
          <a:solidFill>
            <a:schemeClr val="tx1"/>
          </a:solidFill>
          <a:latin typeface="+mn-lt"/>
          <a:ea typeface="+mn-ea"/>
          <a:cs typeface="+mn-cs"/>
        </a:defRPr>
      </a:lvl1pPr>
      <a:lvl2pPr marL="685800" indent="-228600" algn="l" defTabSz="914400" rtl="0" eaLnBrk="1" latinLnBrk="1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1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1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1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1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1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1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1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914400" rtl="0" eaLnBrk="1" latinLnBrk="1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1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1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1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1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1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1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1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1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2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" name="제목 1"/>
          <p:cNvSpPr txBox="1">
            <a:spLocks/>
          </p:cNvSpPr>
          <p:nvPr/>
        </p:nvSpPr>
        <p:spPr>
          <a:xfrm>
            <a:off x="6942629" y="967488"/>
            <a:ext cx="1916849" cy="241588"/>
          </a:xfrm>
          <a:prstGeom prst="rect">
            <a:avLst/>
          </a:prstGeom>
        </p:spPr>
        <p:txBody>
          <a:bodyPr vert="horz" lIns="0" tIns="0" rIns="0" bIns="0" rtlCol="0" anchor="ctr">
            <a:noAutofit/>
          </a:bodyPr>
          <a:lstStyle>
            <a:lvl1pPr algn="l" defTabSz="914400" rtl="0" eaLnBrk="1" latinLnBrk="1" hangingPunct="1">
              <a:lnSpc>
                <a:spcPct val="90000"/>
              </a:lnSpc>
              <a:spcBef>
                <a:spcPct val="0"/>
              </a:spcBef>
              <a:buNone/>
              <a:defRPr sz="4400" kern="1200">
                <a:solidFill>
                  <a:schemeClr val="tx1"/>
                </a:solidFill>
                <a:latin typeface="+mj-lt"/>
                <a:ea typeface="+mj-ea"/>
                <a:cs typeface="+mj-cs"/>
              </a:defRPr>
            </a:lvl1pPr>
          </a:lstStyle>
          <a:p>
            <a:pPr algn="r" defTabSz="844083">
              <a:spcBef>
                <a:spcPts val="0"/>
              </a:spcBef>
              <a:defRPr/>
            </a:pPr>
            <a:r>
              <a:rPr lang="ko-KR" altLang="en-US" sz="831" dirty="0">
                <a:ln>
                  <a:solidFill>
                    <a:srgbClr val="5B9BD5">
                      <a:alpha val="0"/>
                    </a:srgbClr>
                  </a:solidFill>
                </a:ln>
                <a:solidFill>
                  <a:prstClr val="white">
                    <a:lumMod val="50000"/>
                  </a:prstClr>
                </a:solidFill>
                <a:latin typeface="대명체 굵게" panose="020B0600000101010101" pitchFamily="50" charset="-127"/>
                <a:ea typeface="대명체 굵게" panose="020B0600000101010101" pitchFamily="50" charset="-127"/>
              </a:rPr>
              <a:t>단위 </a:t>
            </a:r>
            <a:r>
              <a:rPr lang="en-US" altLang="ko-KR" sz="831" dirty="0">
                <a:ln>
                  <a:solidFill>
                    <a:srgbClr val="5B9BD5">
                      <a:alpha val="0"/>
                    </a:srgbClr>
                  </a:solidFill>
                </a:ln>
                <a:solidFill>
                  <a:prstClr val="white">
                    <a:lumMod val="50000"/>
                  </a:prstClr>
                </a:solidFill>
                <a:latin typeface="대명체 굵게" panose="020B0600000101010101" pitchFamily="50" charset="-127"/>
                <a:ea typeface="대명체 굵게" panose="020B0600000101010101" pitchFamily="50" charset="-127"/>
              </a:rPr>
              <a:t>: </a:t>
            </a:r>
            <a:r>
              <a:rPr lang="ko-KR" altLang="en-US" sz="831" dirty="0">
                <a:ln>
                  <a:solidFill>
                    <a:srgbClr val="5B9BD5">
                      <a:alpha val="0"/>
                    </a:srgbClr>
                  </a:solidFill>
                </a:ln>
                <a:solidFill>
                  <a:prstClr val="white">
                    <a:lumMod val="50000"/>
                  </a:prstClr>
                </a:solidFill>
                <a:latin typeface="대명체 굵게" panose="020B0600000101010101" pitchFamily="50" charset="-127"/>
                <a:ea typeface="대명체 굵게" panose="020B0600000101010101" pitchFamily="50" charset="-127"/>
              </a:rPr>
              <a:t>백만원</a:t>
            </a:r>
            <a:endParaRPr lang="en-US" altLang="ko-KR" sz="646" dirty="0">
              <a:ln>
                <a:solidFill>
                  <a:srgbClr val="5B9BD5">
                    <a:alpha val="0"/>
                  </a:srgbClr>
                </a:solidFill>
              </a:ln>
              <a:solidFill>
                <a:prstClr val="white">
                  <a:lumMod val="50000"/>
                </a:prstClr>
              </a:solidFill>
              <a:latin typeface="대명체 굵게" panose="020B0600000101010101" pitchFamily="50" charset="-127"/>
              <a:ea typeface="대명체 굵게" panose="020B0600000101010101" pitchFamily="50" charset="-127"/>
            </a:endParaRPr>
          </a:p>
        </p:txBody>
      </p:sp>
      <p:sp>
        <p:nvSpPr>
          <p:cNvPr id="12" name="제목 1"/>
          <p:cNvSpPr txBox="1">
            <a:spLocks/>
          </p:cNvSpPr>
          <p:nvPr/>
        </p:nvSpPr>
        <p:spPr>
          <a:xfrm>
            <a:off x="395416" y="873313"/>
            <a:ext cx="6357006" cy="336349"/>
          </a:xfrm>
          <a:prstGeom prst="rect">
            <a:avLst/>
          </a:prstGeom>
        </p:spPr>
        <p:txBody>
          <a:bodyPr vert="horz" lIns="0" tIns="0" rIns="0" bIns="0" rtlCol="0" anchor="ctr">
            <a:noAutofit/>
          </a:bodyPr>
          <a:lstStyle>
            <a:lvl1pPr algn="l" defTabSz="914400" rtl="0" eaLnBrk="1" latinLnBrk="1" hangingPunct="1">
              <a:lnSpc>
                <a:spcPct val="90000"/>
              </a:lnSpc>
              <a:spcBef>
                <a:spcPct val="0"/>
              </a:spcBef>
              <a:buNone/>
              <a:defRPr sz="4400" kern="1200">
                <a:solidFill>
                  <a:schemeClr val="tx1"/>
                </a:solidFill>
                <a:latin typeface="+mj-lt"/>
                <a:ea typeface="+mj-ea"/>
                <a:cs typeface="+mj-cs"/>
              </a:defRPr>
            </a:lvl1pPr>
          </a:lstStyle>
          <a:p>
            <a:pPr>
              <a:spcBef>
                <a:spcPts val="0"/>
              </a:spcBef>
              <a:defRPr/>
            </a:pPr>
            <a:r>
              <a:rPr lang="en-US" altLang="ko-KR" sz="1477" dirty="0">
                <a:ln>
                  <a:solidFill>
                    <a:srgbClr val="5B9BD5">
                      <a:alpha val="0"/>
                    </a:srgbClr>
                  </a:solidFill>
                </a:ln>
                <a:solidFill>
                  <a:prstClr val="black">
                    <a:lumMod val="75000"/>
                    <a:lumOff val="25000"/>
                  </a:prstClr>
                </a:solidFill>
                <a:latin typeface="대명체 굵게" panose="020B0600000101010101" pitchFamily="50" charset="-127"/>
                <a:ea typeface="대명체 굵게" panose="020B0600000101010101" pitchFamily="50" charset="-127"/>
              </a:rPr>
              <a:t>1. </a:t>
            </a:r>
            <a:r>
              <a:rPr lang="ko-KR" altLang="en-US" sz="1477" dirty="0">
                <a:ln>
                  <a:solidFill>
                    <a:srgbClr val="5B9BD5">
                      <a:alpha val="0"/>
                    </a:srgbClr>
                  </a:solidFill>
                </a:ln>
                <a:solidFill>
                  <a:prstClr val="black">
                    <a:lumMod val="75000"/>
                    <a:lumOff val="25000"/>
                  </a:prstClr>
                </a:solidFill>
                <a:latin typeface="대명체 굵게" panose="020B0600000101010101" pitchFamily="50" charset="-127"/>
                <a:ea typeface="대명체 굵게" panose="020B0600000101010101" pitchFamily="50" charset="-127"/>
              </a:rPr>
              <a:t>세일즈마케팅 예상 매출 현황</a:t>
            </a:r>
            <a:endParaRPr lang="en-US" altLang="ko-KR" sz="1477" dirty="0">
              <a:ln>
                <a:solidFill>
                  <a:srgbClr val="5B9BD5">
                    <a:alpha val="0"/>
                  </a:srgbClr>
                </a:solidFill>
              </a:ln>
              <a:solidFill>
                <a:prstClr val="black">
                  <a:lumMod val="75000"/>
                  <a:lumOff val="25000"/>
                </a:prstClr>
              </a:solidFill>
              <a:latin typeface="대명체 굵게" panose="020B0600000101010101" pitchFamily="50" charset="-127"/>
              <a:ea typeface="대명체 굵게" panose="020B0600000101010101" pitchFamily="50" charset="-127"/>
            </a:endParaRPr>
          </a:p>
        </p:txBody>
      </p:sp>
      <p:sp>
        <p:nvSpPr>
          <p:cNvPr id="6" name="TextBox 5"/>
          <p:cNvSpPr txBox="1"/>
          <p:nvPr/>
        </p:nvSpPr>
        <p:spPr>
          <a:xfrm>
            <a:off x="108420" y="163968"/>
            <a:ext cx="2772231" cy="230191"/>
          </a:xfrm>
          <a:prstGeom prst="rect">
            <a:avLst/>
          </a:prstGeom>
          <a:noFill/>
        </p:spPr>
        <p:txBody>
          <a:bodyPr wrap="square" lIns="0" tIns="0" rIns="0" bIns="0" rtlCol="0">
            <a:spAutoFit/>
          </a:bodyPr>
          <a:lstStyle/>
          <a:p>
            <a:pPr>
              <a:lnSpc>
                <a:spcPct val="90000"/>
              </a:lnSpc>
              <a:defRPr/>
            </a:pPr>
            <a:r>
              <a:rPr lang="en-US" altLang="ko-KR" sz="1662" dirty="0">
                <a:ln>
                  <a:solidFill>
                    <a:srgbClr val="5B9BD5">
                      <a:alpha val="0"/>
                    </a:srgbClr>
                  </a:solidFill>
                </a:ln>
                <a:solidFill>
                  <a:schemeClr val="tx1">
                    <a:lumMod val="50000"/>
                    <a:lumOff val="50000"/>
                  </a:schemeClr>
                </a:solidFill>
                <a:latin typeface="대명체 굵게" panose="020B0600000101010101" pitchFamily="50" charset="-127"/>
                <a:ea typeface="대명체 굵게" panose="020B0600000101010101" pitchFamily="50" charset="-127"/>
                <a:cs typeface="+mj-cs"/>
              </a:rPr>
              <a:t>Ⅱ. [</a:t>
            </a:r>
            <a:r>
              <a:rPr lang="ko-KR" altLang="en-US" sz="1662" dirty="0">
                <a:ln>
                  <a:solidFill>
                    <a:srgbClr val="5B9BD5">
                      <a:alpha val="0"/>
                    </a:srgbClr>
                  </a:solidFill>
                </a:ln>
                <a:solidFill>
                  <a:schemeClr val="tx1">
                    <a:lumMod val="50000"/>
                    <a:lumOff val="50000"/>
                  </a:schemeClr>
                </a:solidFill>
                <a:latin typeface="대명체 굵게" panose="020B0600000101010101" pitchFamily="50" charset="-127"/>
                <a:ea typeface="대명체 굵게" panose="020B0600000101010101" pitchFamily="50" charset="-127"/>
                <a:cs typeface="+mj-cs"/>
              </a:rPr>
              <a:t>마케팅</a:t>
            </a:r>
            <a:r>
              <a:rPr lang="en-US" altLang="ko-KR" sz="1662" dirty="0">
                <a:ln>
                  <a:solidFill>
                    <a:srgbClr val="5B9BD5">
                      <a:alpha val="0"/>
                    </a:srgbClr>
                  </a:solidFill>
                </a:ln>
                <a:solidFill>
                  <a:schemeClr val="tx1">
                    <a:lumMod val="50000"/>
                    <a:lumOff val="50000"/>
                  </a:schemeClr>
                </a:solidFill>
                <a:latin typeface="대명체 굵게" panose="020B0600000101010101" pitchFamily="50" charset="-127"/>
                <a:ea typeface="대명체 굵게" panose="020B0600000101010101" pitchFamily="50" charset="-127"/>
                <a:cs typeface="+mj-cs"/>
              </a:rPr>
              <a:t>] </a:t>
            </a:r>
            <a:r>
              <a:rPr lang="ko-KR" altLang="en-US" sz="1662" dirty="0">
                <a:ln>
                  <a:solidFill>
                    <a:srgbClr val="5B9BD5">
                      <a:alpha val="0"/>
                    </a:srgbClr>
                  </a:solidFill>
                </a:ln>
                <a:solidFill>
                  <a:schemeClr val="tx1">
                    <a:lumMod val="50000"/>
                    <a:lumOff val="50000"/>
                  </a:schemeClr>
                </a:solidFill>
                <a:latin typeface="대명체 굵게" panose="020B0600000101010101" pitchFamily="50" charset="-127"/>
                <a:ea typeface="대명체 굵게" panose="020B0600000101010101" pitchFamily="50" charset="-127"/>
                <a:cs typeface="+mj-cs"/>
              </a:rPr>
              <a:t>주간 업무 보고</a:t>
            </a:r>
            <a:endParaRPr lang="en-US" altLang="ko-KR" sz="1662" dirty="0">
              <a:ln>
                <a:solidFill>
                  <a:srgbClr val="5B9BD5">
                    <a:alpha val="0"/>
                  </a:srgbClr>
                </a:solidFill>
              </a:ln>
              <a:solidFill>
                <a:schemeClr val="tx1">
                  <a:lumMod val="50000"/>
                  <a:lumOff val="50000"/>
                </a:schemeClr>
              </a:solidFill>
              <a:latin typeface="대명체 굵게" panose="020B0600000101010101" pitchFamily="50" charset="-127"/>
              <a:ea typeface="대명체 굵게" panose="020B0600000101010101" pitchFamily="50" charset="-127"/>
              <a:cs typeface="+mj-cs"/>
            </a:endParaRPr>
          </a:p>
        </p:txBody>
      </p:sp>
      <p:graphicFrame>
        <p:nvGraphicFramePr>
          <p:cNvPr id="7" name="표 6"/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3034096077"/>
              </p:ext>
            </p:extLst>
          </p:nvPr>
        </p:nvGraphicFramePr>
        <p:xfrm>
          <a:off x="395416" y="1209076"/>
          <a:ext cx="8466016" cy="5047700"/>
        </p:xfrm>
        <a:graphic>
          <a:graphicData uri="http://schemas.openxmlformats.org/drawingml/2006/table">
            <a:tbl>
              <a:tblPr/>
              <a:tblGrid>
                <a:gridCol w="166154">
                  <a:extLst>
                    <a:ext uri="{9D8B030D-6E8A-4147-A177-3AD203B41FA5}">
                      <a16:colId xmlns:a16="http://schemas.microsoft.com/office/drawing/2014/main" val="2164630410"/>
                    </a:ext>
                  </a:extLst>
                </a:gridCol>
                <a:gridCol w="498462">
                  <a:extLst>
                    <a:ext uri="{9D8B030D-6E8A-4147-A177-3AD203B41FA5}">
                      <a16:colId xmlns:a16="http://schemas.microsoft.com/office/drawing/2014/main" val="1866401207"/>
                    </a:ext>
                  </a:extLst>
                </a:gridCol>
                <a:gridCol w="432000">
                  <a:extLst>
                    <a:ext uri="{9D8B030D-6E8A-4147-A177-3AD203B41FA5}">
                      <a16:colId xmlns:a16="http://schemas.microsoft.com/office/drawing/2014/main" val="4150087608"/>
                    </a:ext>
                  </a:extLst>
                </a:gridCol>
                <a:gridCol w="265846">
                  <a:extLst>
                    <a:ext uri="{9D8B030D-6E8A-4147-A177-3AD203B41FA5}">
                      <a16:colId xmlns:a16="http://schemas.microsoft.com/office/drawing/2014/main" val="1116715923"/>
                    </a:ext>
                  </a:extLst>
                </a:gridCol>
                <a:gridCol w="432000">
                  <a:extLst>
                    <a:ext uri="{9D8B030D-6E8A-4147-A177-3AD203B41FA5}">
                      <a16:colId xmlns:a16="http://schemas.microsoft.com/office/drawing/2014/main" val="3104803387"/>
                    </a:ext>
                  </a:extLst>
                </a:gridCol>
                <a:gridCol w="265846">
                  <a:extLst>
                    <a:ext uri="{9D8B030D-6E8A-4147-A177-3AD203B41FA5}">
                      <a16:colId xmlns:a16="http://schemas.microsoft.com/office/drawing/2014/main" val="3251457445"/>
                    </a:ext>
                  </a:extLst>
                </a:gridCol>
                <a:gridCol w="432000">
                  <a:extLst>
                    <a:ext uri="{9D8B030D-6E8A-4147-A177-3AD203B41FA5}">
                      <a16:colId xmlns:a16="http://schemas.microsoft.com/office/drawing/2014/main" val="3050474066"/>
                    </a:ext>
                  </a:extLst>
                </a:gridCol>
                <a:gridCol w="432000">
                  <a:extLst>
                    <a:ext uri="{9D8B030D-6E8A-4147-A177-3AD203B41FA5}">
                      <a16:colId xmlns:a16="http://schemas.microsoft.com/office/drawing/2014/main" val="3483898829"/>
                    </a:ext>
                  </a:extLst>
                </a:gridCol>
                <a:gridCol w="432000">
                  <a:extLst>
                    <a:ext uri="{9D8B030D-6E8A-4147-A177-3AD203B41FA5}">
                      <a16:colId xmlns:a16="http://schemas.microsoft.com/office/drawing/2014/main" val="116512704"/>
                    </a:ext>
                  </a:extLst>
                </a:gridCol>
                <a:gridCol w="265846">
                  <a:extLst>
                    <a:ext uri="{9D8B030D-6E8A-4147-A177-3AD203B41FA5}">
                      <a16:colId xmlns:a16="http://schemas.microsoft.com/office/drawing/2014/main" val="2016463868"/>
                    </a:ext>
                  </a:extLst>
                </a:gridCol>
                <a:gridCol w="432000">
                  <a:extLst>
                    <a:ext uri="{9D8B030D-6E8A-4147-A177-3AD203B41FA5}">
                      <a16:colId xmlns:a16="http://schemas.microsoft.com/office/drawing/2014/main" val="1219286085"/>
                    </a:ext>
                  </a:extLst>
                </a:gridCol>
                <a:gridCol w="432000">
                  <a:extLst>
                    <a:ext uri="{9D8B030D-6E8A-4147-A177-3AD203B41FA5}">
                      <a16:colId xmlns:a16="http://schemas.microsoft.com/office/drawing/2014/main" val="219561178"/>
                    </a:ext>
                  </a:extLst>
                </a:gridCol>
                <a:gridCol w="58631">
                  <a:extLst>
                    <a:ext uri="{9D8B030D-6E8A-4147-A177-3AD203B41FA5}">
                      <a16:colId xmlns:a16="http://schemas.microsoft.com/office/drawing/2014/main" val="1778775893"/>
                    </a:ext>
                  </a:extLst>
                </a:gridCol>
                <a:gridCol w="465231">
                  <a:extLst>
                    <a:ext uri="{9D8B030D-6E8A-4147-A177-3AD203B41FA5}">
                      <a16:colId xmlns:a16="http://schemas.microsoft.com/office/drawing/2014/main" val="265956312"/>
                    </a:ext>
                  </a:extLst>
                </a:gridCol>
                <a:gridCol w="265846">
                  <a:extLst>
                    <a:ext uri="{9D8B030D-6E8A-4147-A177-3AD203B41FA5}">
                      <a16:colId xmlns:a16="http://schemas.microsoft.com/office/drawing/2014/main" val="1891710517"/>
                    </a:ext>
                  </a:extLst>
                </a:gridCol>
                <a:gridCol w="465231">
                  <a:extLst>
                    <a:ext uri="{9D8B030D-6E8A-4147-A177-3AD203B41FA5}">
                      <a16:colId xmlns:a16="http://schemas.microsoft.com/office/drawing/2014/main" val="1568728352"/>
                    </a:ext>
                  </a:extLst>
                </a:gridCol>
                <a:gridCol w="265846">
                  <a:extLst>
                    <a:ext uri="{9D8B030D-6E8A-4147-A177-3AD203B41FA5}">
                      <a16:colId xmlns:a16="http://schemas.microsoft.com/office/drawing/2014/main" val="3882949281"/>
                    </a:ext>
                  </a:extLst>
                </a:gridCol>
                <a:gridCol w="432000">
                  <a:extLst>
                    <a:ext uri="{9D8B030D-6E8A-4147-A177-3AD203B41FA5}">
                      <a16:colId xmlns:a16="http://schemas.microsoft.com/office/drawing/2014/main" val="486432264"/>
                    </a:ext>
                  </a:extLst>
                </a:gridCol>
                <a:gridCol w="432000">
                  <a:extLst>
                    <a:ext uri="{9D8B030D-6E8A-4147-A177-3AD203B41FA5}">
                      <a16:colId xmlns:a16="http://schemas.microsoft.com/office/drawing/2014/main" val="2272443508"/>
                    </a:ext>
                  </a:extLst>
                </a:gridCol>
                <a:gridCol w="465231">
                  <a:extLst>
                    <a:ext uri="{9D8B030D-6E8A-4147-A177-3AD203B41FA5}">
                      <a16:colId xmlns:a16="http://schemas.microsoft.com/office/drawing/2014/main" val="904524012"/>
                    </a:ext>
                  </a:extLst>
                </a:gridCol>
                <a:gridCol w="265846">
                  <a:extLst>
                    <a:ext uri="{9D8B030D-6E8A-4147-A177-3AD203B41FA5}">
                      <a16:colId xmlns:a16="http://schemas.microsoft.com/office/drawing/2014/main" val="2094753171"/>
                    </a:ext>
                  </a:extLst>
                </a:gridCol>
                <a:gridCol w="432000">
                  <a:extLst>
                    <a:ext uri="{9D8B030D-6E8A-4147-A177-3AD203B41FA5}">
                      <a16:colId xmlns:a16="http://schemas.microsoft.com/office/drawing/2014/main" val="2474480797"/>
                    </a:ext>
                  </a:extLst>
                </a:gridCol>
                <a:gridCol w="432000">
                  <a:extLst>
                    <a:ext uri="{9D8B030D-6E8A-4147-A177-3AD203B41FA5}">
                      <a16:colId xmlns:a16="http://schemas.microsoft.com/office/drawing/2014/main" val="3462248171"/>
                    </a:ext>
                  </a:extLst>
                </a:gridCol>
              </a:tblGrid>
              <a:tr h="260254">
                <a:tc rowSpan="2" gridSpan="2">
                  <a:txBody>
                    <a:bodyPr/>
                    <a:lstStyle/>
                    <a:p>
                      <a:pPr algn="ctr" rtl="0" fontAlgn="ctr"/>
                      <a:r>
                        <a:rPr lang="ko-KR" altLang="en-US" sz="800" b="1" i="0" u="none" strike="noStrike" dirty="0">
                          <a:ln>
                            <a:solidFill>
                              <a:schemeClr val="accent1">
                                <a:alpha val="0"/>
                              </a:schemeClr>
                            </a:solidFill>
                          </a:ln>
                          <a:solidFill>
                            <a:schemeClr val="bg1"/>
                          </a:solidFill>
                          <a:effectLst/>
                          <a:latin typeface="대명체 보통" panose="020B0600000101010101" pitchFamily="50" charset="-127"/>
                          <a:ea typeface="대명체 보통" panose="020B0600000101010101" pitchFamily="50" charset="-127"/>
                        </a:rPr>
                        <a:t>구  </a:t>
                      </a:r>
                      <a:r>
                        <a:rPr lang="ko-KR" altLang="en-US" sz="800" b="1" i="0" u="none" strike="noStrike" dirty="0" smtClean="0">
                          <a:ln>
                            <a:solidFill>
                              <a:schemeClr val="accent1">
                                <a:alpha val="0"/>
                              </a:schemeClr>
                            </a:solidFill>
                          </a:ln>
                          <a:solidFill>
                            <a:schemeClr val="bg1"/>
                          </a:solidFill>
                          <a:effectLst/>
                          <a:latin typeface="대명체 보통" panose="020B0600000101010101" pitchFamily="50" charset="-127"/>
                          <a:ea typeface="대명체 보통" panose="020B0600000101010101" pitchFamily="50" charset="-127"/>
                        </a:rPr>
                        <a:t>분</a:t>
                      </a:r>
                      <a:endParaRPr lang="en-US" altLang="ko-KR" sz="800" b="1" i="0" u="none" strike="noStrike" dirty="0" smtClean="0">
                        <a:ln>
                          <a:solidFill>
                            <a:schemeClr val="accent1">
                              <a:alpha val="0"/>
                            </a:schemeClr>
                          </a:solidFill>
                        </a:ln>
                        <a:solidFill>
                          <a:schemeClr val="bg1"/>
                        </a:solidFill>
                        <a:effectLst/>
                        <a:latin typeface="대명체 보통" panose="020B0600000101010101" pitchFamily="50" charset="-127"/>
                        <a:ea typeface="대명체 보통" panose="020B0600000101010101" pitchFamily="50" charset="-127"/>
                      </a:endParaRPr>
                    </a:p>
                  </a:txBody>
                  <a:tcPr marL="7036" marR="33231" marT="7036" marB="0" anchor="ctr">
                    <a:lnL>
                      <a:noFill/>
                    </a:lnL>
                    <a:lnR w="6350" cap="flat" cmpd="sng" algn="ctr">
                      <a:solidFill>
                        <a:schemeClr val="bg2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chemeClr val="bg2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chemeClr val="bg2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tx1">
                        <a:lumMod val="65000"/>
                        <a:lumOff val="35000"/>
                      </a:schemeClr>
                    </a:solidFill>
                  </a:tcPr>
                </a:tc>
                <a:tc rowSpan="2" hMerge="1">
                  <a:txBody>
                    <a:bodyPr/>
                    <a:lstStyle/>
                    <a:p>
                      <a:pPr latinLnBrk="1"/>
                      <a:endParaRPr lang="ko-KR" altLang="en-US"/>
                    </a:p>
                  </a:txBody>
                  <a:tcPr/>
                </a:tc>
                <a:tc gridSpan="10">
                  <a:txBody>
                    <a:bodyPr/>
                    <a:lstStyle/>
                    <a:p>
                      <a:pPr algn="ctr" rtl="0" fontAlgn="ctr"/>
                      <a:r>
                        <a:rPr lang="ko-KR" altLang="en-US" sz="800" b="1" i="0" u="none" strike="noStrike" dirty="0">
                          <a:ln>
                            <a:solidFill>
                              <a:schemeClr val="accent1">
                                <a:alpha val="0"/>
                              </a:schemeClr>
                            </a:solidFill>
                          </a:ln>
                          <a:solidFill>
                            <a:schemeClr val="bg1"/>
                          </a:solidFill>
                          <a:effectLst/>
                          <a:latin typeface="대명체 보통" panose="020B0600000101010101" pitchFamily="50" charset="-127"/>
                          <a:ea typeface="대명체 보통" panose="020B0600000101010101" pitchFamily="50" charset="-127"/>
                        </a:rPr>
                        <a:t>당월 예상실적 (10.01~10.31)</a:t>
                      </a:r>
                      <a:endParaRPr lang="en-US" altLang="ko-KR" sz="800" b="1" i="0" u="none" strike="noStrike" dirty="0">
                        <a:ln>
                          <a:solidFill>
                            <a:schemeClr val="accent1">
                              <a:alpha val="0"/>
                            </a:schemeClr>
                          </a:solidFill>
                        </a:ln>
                        <a:solidFill>
                          <a:schemeClr val="bg1"/>
                        </a:solidFill>
                        <a:effectLst/>
                        <a:latin typeface="대명체 보통" panose="020B0600000101010101" pitchFamily="50" charset="-127"/>
                        <a:ea typeface="대명체 보통" panose="020B0600000101010101" pitchFamily="50" charset="-127"/>
                      </a:endParaRPr>
                    </a:p>
                  </a:txBody>
                  <a:tcPr marL="7036" marR="33231" marT="7036" marB="0" anchor="ctr">
                    <a:lnL w="6350" cap="flat" cmpd="sng" algn="ctr">
                      <a:solidFill>
                        <a:schemeClr val="bg2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chemeClr val="bg2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chemeClr val="bg2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tx1">
                        <a:lumMod val="65000"/>
                        <a:lumOff val="35000"/>
                      </a:schemeClr>
                    </a:solidFill>
                  </a:tcPr>
                </a:tc>
                <a:tc hMerge="1">
                  <a:txBody>
                    <a:bodyPr/>
                    <a:lstStyle/>
                    <a:p>
                      <a:pPr latinLnBrk="1"/>
                      <a:endParaRPr lang="ko-KR" altLang="en-US"/>
                    </a:p>
                  </a:txBody>
                  <a:tcPr/>
                </a:tc>
                <a:tc hMerge="1">
                  <a:txBody>
                    <a:bodyPr/>
                    <a:lstStyle/>
                    <a:p>
                      <a:pPr latinLnBrk="1"/>
                      <a:endParaRPr lang="ko-KR" altLang="en-US"/>
                    </a:p>
                  </a:txBody>
                  <a:tcPr/>
                </a:tc>
                <a:tc hMerge="1">
                  <a:txBody>
                    <a:bodyPr/>
                    <a:lstStyle/>
                    <a:p>
                      <a:pPr latinLnBrk="1"/>
                      <a:endParaRPr lang="ko-KR" altLang="en-US"/>
                    </a:p>
                  </a:txBody>
                  <a:tcPr/>
                </a:tc>
                <a:tc hMerge="1">
                  <a:txBody>
                    <a:bodyPr/>
                    <a:lstStyle/>
                    <a:p>
                      <a:pPr latinLnBrk="1"/>
                      <a:endParaRPr lang="ko-KR" altLang="en-US"/>
                    </a:p>
                  </a:txBody>
                  <a:tcPr/>
                </a:tc>
                <a:tc hMerge="1">
                  <a:txBody>
                    <a:bodyPr/>
                    <a:lstStyle/>
                    <a:p>
                      <a:pPr latinLnBrk="1"/>
                      <a:endParaRPr lang="ko-KR" altLang="en-US"/>
                    </a:p>
                  </a:txBody>
                  <a:tcPr/>
                </a:tc>
                <a:tc hMerge="1">
                  <a:txBody>
                    <a:bodyPr/>
                    <a:lstStyle/>
                    <a:p>
                      <a:pPr latinLnBrk="1"/>
                      <a:endParaRPr lang="ko-KR" altLang="en-US"/>
                    </a:p>
                  </a:txBody>
                  <a:tcPr/>
                </a:tc>
                <a:tc hMerge="1">
                  <a:txBody>
                    <a:bodyPr/>
                    <a:lstStyle/>
                    <a:p>
                      <a:pPr latinLnBrk="1"/>
                      <a:endParaRPr lang="ko-KR" altLang="en-US"/>
                    </a:p>
                  </a:txBody>
                  <a:tcPr/>
                </a:tc>
                <a:tc hMerge="1">
                  <a:txBody>
                    <a:bodyPr/>
                    <a:lstStyle/>
                    <a:p>
                      <a:pPr latinLnBrk="1"/>
                      <a:endParaRPr lang="ko-KR" altLang="en-US"/>
                    </a:p>
                  </a:txBody>
                  <a:tcPr/>
                </a:tc>
                <a:tc hMerge="1">
                  <a:txBody>
                    <a:bodyPr/>
                    <a:lstStyle/>
                    <a:p>
                      <a:pPr latinLnBrk="1"/>
                      <a:endParaRPr lang="ko-KR" altLang="en-US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l" fontAlgn="ctr"/>
                      <a:endParaRPr lang="ko-KR" altLang="en-US" sz="800" b="1" i="0" u="none" strike="noStrike" dirty="0">
                        <a:ln>
                          <a:solidFill>
                            <a:schemeClr val="accent1">
                              <a:alpha val="0"/>
                            </a:schemeClr>
                          </a:solidFill>
                        </a:ln>
                        <a:solidFill>
                          <a:schemeClr val="bg1"/>
                        </a:solidFill>
                        <a:effectLst/>
                        <a:latin typeface="대명체 보통" panose="020B0600000101010101" pitchFamily="50" charset="-127"/>
                        <a:ea typeface="대명체 보통" panose="020B0600000101010101" pitchFamily="50" charset="-127"/>
                      </a:endParaRPr>
                    </a:p>
                  </a:txBody>
                  <a:tcPr marL="0" marR="33231" marT="0" marB="0" anchor="ctr">
                    <a:lnL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noFill/>
                  </a:tcPr>
                </a:tc>
                <a:tc gridSpan="10">
                  <a:txBody>
                    <a:bodyPr/>
                    <a:lstStyle/>
                    <a:p>
                      <a:pPr algn="ctr" rtl="0" fontAlgn="ctr"/>
                      <a:r>
                        <a:rPr lang="ko-KR" altLang="en-US" sz="800" b="1" i="0" u="none" strike="noStrike" dirty="0">
                          <a:ln>
                            <a:solidFill>
                              <a:schemeClr val="accent1">
                                <a:alpha val="0"/>
                              </a:schemeClr>
                            </a:solidFill>
                          </a:ln>
                          <a:solidFill>
                            <a:schemeClr val="bg1"/>
                          </a:solidFill>
                          <a:effectLst/>
                          <a:latin typeface="대명체 보통" panose="020B0600000101010101" pitchFamily="50" charset="-127"/>
                          <a:ea typeface="대명체 보통" panose="020B0600000101010101" pitchFamily="50" charset="-127"/>
                        </a:rPr>
                        <a:t>누계 실적 (01.01~10.31)</a:t>
                      </a:r>
                      <a:endParaRPr lang="en-US" altLang="ko-KR" sz="800" b="1" i="0" u="none" strike="noStrike" dirty="0">
                        <a:ln>
                          <a:solidFill>
                            <a:schemeClr val="accent1">
                              <a:alpha val="0"/>
                            </a:schemeClr>
                          </a:solidFill>
                        </a:ln>
                        <a:solidFill>
                          <a:schemeClr val="bg1"/>
                        </a:solidFill>
                        <a:effectLst/>
                        <a:latin typeface="대명체 보통" panose="020B0600000101010101" pitchFamily="50" charset="-127"/>
                        <a:ea typeface="대명체 보통" panose="020B0600000101010101" pitchFamily="50" charset="-127"/>
                      </a:endParaRPr>
                    </a:p>
                  </a:txBody>
                  <a:tcPr marL="7036" marR="33231" marT="7036" marB="0" anchor="ctr">
                    <a:lnL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L>
                    <a:lnR>
                      <a:noFill/>
                    </a:lnR>
                    <a:lnT w="6350" cap="flat" cmpd="sng" algn="ctr">
                      <a:solidFill>
                        <a:schemeClr val="bg2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chemeClr val="bg2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tx1">
                        <a:lumMod val="65000"/>
                        <a:lumOff val="35000"/>
                      </a:schemeClr>
                    </a:solidFill>
                  </a:tcPr>
                </a:tc>
                <a:tc hMerge="1">
                  <a:txBody>
                    <a:bodyPr/>
                    <a:lstStyle/>
                    <a:p>
                      <a:pPr latinLnBrk="1"/>
                      <a:endParaRPr lang="ko-KR" altLang="en-US"/>
                    </a:p>
                  </a:txBody>
                  <a:tcPr/>
                </a:tc>
                <a:tc hMerge="1">
                  <a:txBody>
                    <a:bodyPr/>
                    <a:lstStyle/>
                    <a:p>
                      <a:pPr latinLnBrk="1"/>
                      <a:endParaRPr lang="ko-KR" altLang="en-US"/>
                    </a:p>
                  </a:txBody>
                  <a:tcPr/>
                </a:tc>
                <a:tc hMerge="1">
                  <a:txBody>
                    <a:bodyPr/>
                    <a:lstStyle/>
                    <a:p>
                      <a:pPr latinLnBrk="1"/>
                      <a:endParaRPr lang="ko-KR" altLang="en-US"/>
                    </a:p>
                  </a:txBody>
                  <a:tcPr/>
                </a:tc>
                <a:tc hMerge="1">
                  <a:txBody>
                    <a:bodyPr/>
                    <a:lstStyle/>
                    <a:p>
                      <a:pPr latinLnBrk="1"/>
                      <a:endParaRPr lang="ko-KR" altLang="en-US"/>
                    </a:p>
                  </a:txBody>
                  <a:tcPr/>
                </a:tc>
                <a:tc hMerge="1">
                  <a:txBody>
                    <a:bodyPr/>
                    <a:lstStyle/>
                    <a:p>
                      <a:pPr latinLnBrk="1"/>
                      <a:endParaRPr lang="ko-KR" altLang="en-US"/>
                    </a:p>
                  </a:txBody>
                  <a:tcPr/>
                </a:tc>
                <a:tc hMerge="1">
                  <a:txBody>
                    <a:bodyPr/>
                    <a:lstStyle/>
                    <a:p>
                      <a:pPr latinLnBrk="1"/>
                      <a:endParaRPr lang="ko-KR" altLang="en-US"/>
                    </a:p>
                  </a:txBody>
                  <a:tcPr/>
                </a:tc>
                <a:tc hMerge="1">
                  <a:txBody>
                    <a:bodyPr/>
                    <a:lstStyle/>
                    <a:p>
                      <a:pPr latinLnBrk="1"/>
                      <a:endParaRPr lang="ko-KR" altLang="en-US"/>
                    </a:p>
                  </a:txBody>
                  <a:tcPr/>
                </a:tc>
                <a:tc hMerge="1">
                  <a:txBody>
                    <a:bodyPr/>
                    <a:lstStyle/>
                    <a:p>
                      <a:pPr latinLnBrk="1"/>
                      <a:endParaRPr lang="ko-KR" altLang="en-US"/>
                    </a:p>
                  </a:txBody>
                  <a:tcPr/>
                </a:tc>
                <a:tc hMerge="1">
                  <a:txBody>
                    <a:bodyPr/>
                    <a:lstStyle/>
                    <a:p>
                      <a:pPr latinLnBrk="1"/>
                      <a:endParaRPr lang="ko-KR" altLang="en-US"/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840256210"/>
                  </a:ext>
                </a:extLst>
              </a:tr>
              <a:tr h="260254">
                <a:tc gridSpan="2" vMerge="1">
                  <a:txBody>
                    <a:bodyPr/>
                    <a:lstStyle/>
                    <a:p>
                      <a:pPr latinLnBrk="1"/>
                      <a:endParaRPr lang="ko-KR" altLang="en-US"/>
                    </a:p>
                  </a:txBody>
                  <a:tcPr/>
                </a:tc>
                <a:tc hMerge="1" vMerge="1">
                  <a:txBody>
                    <a:bodyPr/>
                    <a:lstStyle/>
                    <a:p>
                      <a:pPr latinLnBrk="1"/>
                      <a:endParaRPr lang="ko-KR" altLang="en-US"/>
                    </a:p>
                  </a:txBody>
                  <a:tcPr/>
                </a:tc>
                <a:tc gridSpan="2">
                  <a:txBody>
                    <a:bodyPr/>
                    <a:lstStyle/>
                    <a:p>
                      <a:pPr algn="ctr" rtl="0" fontAlgn="ctr"/>
                      <a:r>
                        <a:rPr lang="ko-KR" altLang="en-US" sz="800" b="1" i="0" u="none" strike="noStrike" dirty="0" smtClean="0">
                          <a:ln>
                            <a:solidFill>
                              <a:schemeClr val="accent1">
                                <a:alpha val="0"/>
                              </a:schemeClr>
                            </a:solidFill>
                          </a:ln>
                          <a:solidFill>
                            <a:schemeClr val="bg1"/>
                          </a:solidFill>
                          <a:effectLst/>
                          <a:latin typeface="대명체 보통" panose="020B0600000101010101" pitchFamily="50" charset="-127"/>
                          <a:ea typeface="대명체 보통" panose="020B0600000101010101" pitchFamily="50" charset="-127"/>
                        </a:rPr>
                        <a:t>목표</a:t>
                      </a:r>
                      <a:endParaRPr lang="ko-KR" altLang="en-US" sz="800" b="1" i="0" u="none" strike="noStrike" dirty="0">
                        <a:ln>
                          <a:solidFill>
                            <a:schemeClr val="accent1">
                              <a:alpha val="0"/>
                            </a:schemeClr>
                          </a:solidFill>
                        </a:ln>
                        <a:solidFill>
                          <a:schemeClr val="bg1"/>
                        </a:solidFill>
                        <a:effectLst/>
                        <a:latin typeface="대명체 보통" panose="020B0600000101010101" pitchFamily="50" charset="-127"/>
                        <a:ea typeface="대명체 보통" panose="020B0600000101010101" pitchFamily="50" charset="-127"/>
                      </a:endParaRPr>
                    </a:p>
                  </a:txBody>
                  <a:tcPr marL="7036" marR="33231" marT="7036" marB="0" anchor="ctr">
                    <a:lnL w="6350" cap="flat" cmpd="sng" algn="ctr">
                      <a:solidFill>
                        <a:schemeClr val="bg2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chemeClr val="bg2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chemeClr val="bg2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chemeClr val="bg2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tx1">
                        <a:lumMod val="65000"/>
                        <a:lumOff val="35000"/>
                      </a:schemeClr>
                    </a:solidFill>
                  </a:tcPr>
                </a:tc>
                <a:tc hMerge="1">
                  <a:txBody>
                    <a:bodyPr/>
                    <a:lstStyle/>
                    <a:p>
                      <a:pPr latinLnBrk="1"/>
                      <a:endParaRPr lang="ko-KR" altLang="en-US"/>
                    </a:p>
                  </a:txBody>
                  <a:tcPr/>
                </a:tc>
                <a:tc gridSpan="2">
                  <a:txBody>
                    <a:bodyPr/>
                    <a:lstStyle/>
                    <a:p>
                      <a:pPr algn="ctr" rtl="0" fontAlgn="ctr"/>
                      <a:r>
                        <a:rPr lang="en-US" altLang="ko-KR" sz="800" b="1" i="0" u="none" strike="noStrike" dirty="0" smtClean="0">
                          <a:ln>
                            <a:solidFill>
                              <a:schemeClr val="accent1">
                                <a:alpha val="0"/>
                              </a:schemeClr>
                            </a:solidFill>
                          </a:ln>
                          <a:solidFill>
                            <a:schemeClr val="bg1"/>
                          </a:solidFill>
                          <a:effectLst/>
                          <a:latin typeface="대명체 보통" panose="020B0600000101010101" pitchFamily="50" charset="-127"/>
                          <a:ea typeface="대명체 보통" panose="020B0600000101010101" pitchFamily="50" charset="-127"/>
                        </a:rPr>
                        <a:t>Forecast</a:t>
                      </a:r>
                      <a:endParaRPr lang="ko-KR" altLang="en-US" sz="800" b="1" i="0" u="none" strike="noStrike" dirty="0">
                        <a:ln>
                          <a:solidFill>
                            <a:schemeClr val="accent1">
                              <a:alpha val="0"/>
                            </a:schemeClr>
                          </a:solidFill>
                        </a:ln>
                        <a:solidFill>
                          <a:schemeClr val="bg1"/>
                        </a:solidFill>
                        <a:effectLst/>
                        <a:latin typeface="대명체 보통" panose="020B0600000101010101" pitchFamily="50" charset="-127"/>
                        <a:ea typeface="대명체 보통" panose="020B0600000101010101" pitchFamily="50" charset="-127"/>
                      </a:endParaRPr>
                    </a:p>
                  </a:txBody>
                  <a:tcPr marL="7036" marR="33231" marT="7036" marB="0" anchor="ctr">
                    <a:lnL w="6350" cap="flat" cmpd="sng" algn="ctr">
                      <a:solidFill>
                        <a:schemeClr val="bg2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chemeClr val="bg2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chemeClr val="bg2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chemeClr val="bg2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tx1">
                        <a:lumMod val="65000"/>
                        <a:lumOff val="35000"/>
                      </a:schemeClr>
                    </a:solidFill>
                  </a:tcPr>
                </a:tc>
                <a:tc hMerge="1">
                  <a:txBody>
                    <a:bodyPr/>
                    <a:lstStyle/>
                    <a:p>
                      <a:pPr latinLnBrk="1"/>
                      <a:endParaRPr lang="ko-KR" altLang="en-US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 rtl="0" fontAlgn="ctr"/>
                      <a:r>
                        <a:rPr lang="ko-KR" altLang="en-US" sz="800" b="1" i="0" u="none" strike="noStrike" dirty="0" smtClean="0">
                          <a:ln>
                            <a:solidFill>
                              <a:schemeClr val="accent1">
                                <a:alpha val="0"/>
                              </a:schemeClr>
                            </a:solidFill>
                          </a:ln>
                          <a:solidFill>
                            <a:schemeClr val="bg1"/>
                          </a:solidFill>
                          <a:effectLst/>
                          <a:latin typeface="대명체 보통" panose="020B0600000101010101" pitchFamily="50" charset="-127"/>
                          <a:ea typeface="대명체 보통" panose="020B0600000101010101" pitchFamily="50" charset="-127"/>
                        </a:rPr>
                        <a:t>증감</a:t>
                      </a:r>
                      <a:endParaRPr lang="ko-KR" altLang="en-US" sz="800" b="1" i="0" u="none" strike="noStrike" dirty="0">
                        <a:ln>
                          <a:solidFill>
                            <a:schemeClr val="accent1">
                              <a:alpha val="0"/>
                            </a:schemeClr>
                          </a:solidFill>
                        </a:ln>
                        <a:solidFill>
                          <a:schemeClr val="bg1"/>
                        </a:solidFill>
                        <a:effectLst/>
                        <a:latin typeface="대명체 보통" panose="020B0600000101010101" pitchFamily="50" charset="-127"/>
                        <a:ea typeface="대명체 보통" panose="020B0600000101010101" pitchFamily="50" charset="-127"/>
                      </a:endParaRPr>
                    </a:p>
                  </a:txBody>
                  <a:tcPr marL="7036" marR="33231" marT="7036" marB="0" anchor="ctr">
                    <a:lnL w="6350" cap="flat" cmpd="sng" algn="ctr">
                      <a:solidFill>
                        <a:schemeClr val="bg2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chemeClr val="bg2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chemeClr val="bg2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chemeClr val="bg2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tx1">
                        <a:lumMod val="65000"/>
                        <a:lumOff val="35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 algn="ctr" rtl="0" fontAlgn="ctr"/>
                      <a:r>
                        <a:rPr lang="ko-KR" altLang="en-US" sz="800" b="1" i="0" u="none" strike="noStrike">
                          <a:ln>
                            <a:solidFill>
                              <a:schemeClr val="accent1">
                                <a:alpha val="0"/>
                              </a:schemeClr>
                            </a:solidFill>
                          </a:ln>
                          <a:solidFill>
                            <a:schemeClr val="bg1"/>
                          </a:solidFill>
                          <a:effectLst/>
                          <a:latin typeface="대명체 보통" panose="020B0600000101010101" pitchFamily="50" charset="-127"/>
                          <a:ea typeface="대명체 보통" panose="020B0600000101010101" pitchFamily="50" charset="-127"/>
                        </a:rPr>
                        <a:t>달성률</a:t>
                      </a:r>
                    </a:p>
                  </a:txBody>
                  <a:tcPr marL="7036" marR="33231" marT="7036" marB="0" anchor="ctr">
                    <a:lnL w="6350" cap="flat" cmpd="sng" algn="ctr">
                      <a:solidFill>
                        <a:schemeClr val="bg2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chemeClr val="bg2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chemeClr val="bg2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chemeClr val="bg2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tx1">
                        <a:lumMod val="65000"/>
                        <a:lumOff val="35000"/>
                      </a:schemeClr>
                    </a:solidFill>
                  </a:tcPr>
                </a:tc>
                <a:tc gridSpan="2">
                  <a:txBody>
                    <a:bodyPr/>
                    <a:lstStyle/>
                    <a:p>
                      <a:pPr algn="ctr" rtl="0" fontAlgn="ctr"/>
                      <a:r>
                        <a:rPr lang="ko-KR" altLang="en-US" sz="800" b="0" i="0" u="none" strike="noStrike" dirty="0" smtClean="0">
                          <a:ln>
                            <a:solidFill>
                              <a:schemeClr val="accent1">
                                <a:alpha val="0"/>
                              </a:schemeClr>
                            </a:solidFill>
                          </a:ln>
                          <a:solidFill>
                            <a:schemeClr val="bg1"/>
                          </a:solidFill>
                          <a:effectLst/>
                          <a:latin typeface="대명체 보통" panose="020B0600000101010101" pitchFamily="50" charset="-127"/>
                          <a:ea typeface="대명체 보통" panose="020B0600000101010101" pitchFamily="50" charset="-127"/>
                        </a:rPr>
                        <a:t>전년</a:t>
                      </a:r>
                      <a:endParaRPr lang="ko-KR" altLang="en-US" sz="800" b="0" i="0" u="none" strike="noStrike" dirty="0">
                        <a:ln>
                          <a:solidFill>
                            <a:schemeClr val="accent1">
                              <a:alpha val="0"/>
                            </a:schemeClr>
                          </a:solidFill>
                        </a:ln>
                        <a:solidFill>
                          <a:schemeClr val="bg1"/>
                        </a:solidFill>
                        <a:effectLst/>
                        <a:latin typeface="대명체 보통" panose="020B0600000101010101" pitchFamily="50" charset="-127"/>
                        <a:ea typeface="대명체 보통" panose="020B0600000101010101" pitchFamily="50" charset="-127"/>
                      </a:endParaRPr>
                    </a:p>
                  </a:txBody>
                  <a:tcPr marL="8792" marR="33231" marT="8792" marB="0" anchor="ctr">
                    <a:lnL w="6350" cap="flat" cmpd="sng" algn="ctr">
                      <a:solidFill>
                        <a:schemeClr val="bg2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chemeClr val="bg2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chemeClr val="bg2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chemeClr val="bg2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tx1">
                        <a:lumMod val="65000"/>
                        <a:lumOff val="35000"/>
                      </a:schemeClr>
                    </a:solidFill>
                  </a:tcPr>
                </a:tc>
                <a:tc hMerge="1">
                  <a:txBody>
                    <a:bodyPr/>
                    <a:lstStyle/>
                    <a:p>
                      <a:pPr latinLnBrk="1"/>
                      <a:endParaRPr lang="ko-KR" altLang="en-US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 rtl="0" fontAlgn="ctr"/>
                      <a:r>
                        <a:rPr lang="ko-KR" altLang="en-US" sz="800" b="0" i="0" u="none" strike="noStrike" dirty="0" smtClean="0">
                          <a:ln>
                            <a:solidFill>
                              <a:schemeClr val="accent1">
                                <a:alpha val="0"/>
                              </a:schemeClr>
                            </a:solidFill>
                          </a:ln>
                          <a:solidFill>
                            <a:schemeClr val="bg1"/>
                          </a:solidFill>
                          <a:effectLst/>
                          <a:latin typeface="대명체 보통" panose="020B0600000101010101" pitchFamily="50" charset="-127"/>
                          <a:ea typeface="대명체 보통" panose="020B0600000101010101" pitchFamily="50" charset="-127"/>
                        </a:rPr>
                        <a:t>증감</a:t>
                      </a:r>
                      <a:endParaRPr lang="en-US" sz="800" b="0" i="0" u="none" strike="noStrike" dirty="0">
                        <a:ln>
                          <a:solidFill>
                            <a:schemeClr val="accent1">
                              <a:alpha val="0"/>
                            </a:schemeClr>
                          </a:solidFill>
                        </a:ln>
                        <a:solidFill>
                          <a:schemeClr val="bg1"/>
                        </a:solidFill>
                        <a:effectLst/>
                        <a:latin typeface="대명체 보통" panose="020B0600000101010101" pitchFamily="50" charset="-127"/>
                        <a:ea typeface="대명체 보통" panose="020B0600000101010101" pitchFamily="50" charset="-127"/>
                      </a:endParaRPr>
                    </a:p>
                  </a:txBody>
                  <a:tcPr marL="8792" marR="33231" marT="8792" marB="0" anchor="ctr">
                    <a:lnL w="6350" cap="flat" cmpd="sng" algn="ctr">
                      <a:solidFill>
                        <a:schemeClr val="bg2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chemeClr val="bg2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chemeClr val="bg2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chemeClr val="bg2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tx1">
                        <a:lumMod val="65000"/>
                        <a:lumOff val="35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 algn="ctr" rtl="0" fontAlgn="ctr"/>
                      <a:r>
                        <a:rPr lang="ko-KR" altLang="en-US" sz="800" b="0" i="0" u="none" strike="noStrike" dirty="0" smtClean="0">
                          <a:ln>
                            <a:solidFill>
                              <a:schemeClr val="accent1">
                                <a:alpha val="0"/>
                              </a:schemeClr>
                            </a:solidFill>
                          </a:ln>
                          <a:solidFill>
                            <a:schemeClr val="bg1"/>
                          </a:solidFill>
                          <a:effectLst/>
                          <a:latin typeface="대명체 보통" panose="020B0600000101010101" pitchFamily="50" charset="-127"/>
                          <a:ea typeface="대명체 보통" panose="020B0600000101010101" pitchFamily="50" charset="-127"/>
                        </a:rPr>
                        <a:t>증감률</a:t>
                      </a:r>
                      <a:endParaRPr lang="en-US" sz="800" b="0" i="0" u="none" strike="noStrike" dirty="0">
                        <a:ln>
                          <a:solidFill>
                            <a:schemeClr val="accent1">
                              <a:alpha val="0"/>
                            </a:schemeClr>
                          </a:solidFill>
                        </a:ln>
                        <a:solidFill>
                          <a:schemeClr val="bg1"/>
                        </a:solidFill>
                        <a:effectLst/>
                        <a:latin typeface="대명체 보통" panose="020B0600000101010101" pitchFamily="50" charset="-127"/>
                        <a:ea typeface="대명체 보통" panose="020B0600000101010101" pitchFamily="50" charset="-127"/>
                      </a:endParaRPr>
                    </a:p>
                  </a:txBody>
                  <a:tcPr marL="8792" marR="33231" marT="8792" marB="0" anchor="ctr">
                    <a:lnL w="6350" cap="flat" cmpd="sng" algn="ctr">
                      <a:solidFill>
                        <a:schemeClr val="bg2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chemeClr val="bg2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chemeClr val="bg2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tx1">
                        <a:lumMod val="65000"/>
                        <a:lumOff val="35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 algn="l" fontAlgn="ctr"/>
                      <a:endParaRPr lang="ko-KR" altLang="en-US" sz="200" b="1" i="0" u="none" strike="noStrike" dirty="0">
                        <a:ln>
                          <a:solidFill>
                            <a:schemeClr val="accent1">
                              <a:alpha val="0"/>
                            </a:schemeClr>
                          </a:solidFill>
                        </a:ln>
                        <a:solidFill>
                          <a:schemeClr val="bg1"/>
                        </a:solidFill>
                        <a:effectLst/>
                        <a:latin typeface="대명체 보통" panose="020B0600000101010101" pitchFamily="50" charset="-127"/>
                        <a:ea typeface="대명체 보통" panose="020B0600000101010101" pitchFamily="50" charset="-127"/>
                      </a:endParaRPr>
                    </a:p>
                  </a:txBody>
                  <a:tcPr marL="0" marR="33231" marT="0" marB="0" anchor="ctr">
                    <a:lnL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noFill/>
                  </a:tcPr>
                </a:tc>
                <a:tc gridSpan="2">
                  <a:txBody>
                    <a:bodyPr/>
                    <a:lstStyle/>
                    <a:p>
                      <a:pPr algn="ctr" rtl="0" fontAlgn="ctr"/>
                      <a:r>
                        <a:rPr lang="ko-KR" altLang="en-US" sz="800" b="1" i="0" u="none" strike="noStrike" dirty="0" smtClean="0">
                          <a:ln>
                            <a:solidFill>
                              <a:schemeClr val="accent1">
                                <a:alpha val="0"/>
                              </a:schemeClr>
                            </a:solidFill>
                          </a:ln>
                          <a:solidFill>
                            <a:schemeClr val="bg1"/>
                          </a:solidFill>
                          <a:effectLst/>
                          <a:latin typeface="대명체 보통" panose="020B0600000101010101" pitchFamily="50" charset="-127"/>
                          <a:ea typeface="대명체 보통" panose="020B0600000101010101" pitchFamily="50" charset="-127"/>
                        </a:rPr>
                        <a:t>목표</a:t>
                      </a:r>
                      <a:endParaRPr lang="ko-KR" altLang="en-US" sz="800" b="1" i="0" u="none" strike="noStrike" dirty="0">
                        <a:ln>
                          <a:solidFill>
                            <a:schemeClr val="accent1">
                              <a:alpha val="0"/>
                            </a:schemeClr>
                          </a:solidFill>
                        </a:ln>
                        <a:solidFill>
                          <a:schemeClr val="bg1"/>
                        </a:solidFill>
                        <a:effectLst/>
                        <a:latin typeface="대명체 보통" panose="020B0600000101010101" pitchFamily="50" charset="-127"/>
                        <a:ea typeface="대명체 보통" panose="020B0600000101010101" pitchFamily="50" charset="-127"/>
                      </a:endParaRPr>
                    </a:p>
                  </a:txBody>
                  <a:tcPr marL="7036" marR="33231" marT="7036" marB="0" anchor="ctr">
                    <a:lnL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chemeClr val="bg2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chemeClr val="bg2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chemeClr val="bg2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tx1">
                        <a:lumMod val="65000"/>
                        <a:lumOff val="35000"/>
                      </a:schemeClr>
                    </a:solidFill>
                  </a:tcPr>
                </a:tc>
                <a:tc hMerge="1">
                  <a:txBody>
                    <a:bodyPr/>
                    <a:lstStyle/>
                    <a:p>
                      <a:pPr latinLnBrk="1"/>
                      <a:endParaRPr lang="ko-KR" altLang="en-US"/>
                    </a:p>
                  </a:txBody>
                  <a:tcPr/>
                </a:tc>
                <a:tc gridSpan="2">
                  <a:txBody>
                    <a:bodyPr/>
                    <a:lstStyle/>
                    <a:p>
                      <a:pPr algn="ctr" rtl="0" fontAlgn="ctr"/>
                      <a:r>
                        <a:rPr lang="en-US" altLang="ko-KR" sz="800" b="1" i="0" u="none" strike="noStrike" dirty="0" smtClean="0">
                          <a:ln>
                            <a:solidFill>
                              <a:schemeClr val="accent1">
                                <a:alpha val="0"/>
                              </a:schemeClr>
                            </a:solidFill>
                          </a:ln>
                          <a:solidFill>
                            <a:schemeClr val="bg1"/>
                          </a:solidFill>
                          <a:effectLst/>
                          <a:latin typeface="대명체 보통" panose="020B0600000101010101" pitchFamily="50" charset="-127"/>
                          <a:ea typeface="대명체 보통" panose="020B0600000101010101" pitchFamily="50" charset="-127"/>
                        </a:rPr>
                        <a:t>Forecast</a:t>
                      </a:r>
                      <a:endParaRPr lang="ko-KR" altLang="en-US" sz="800" b="1" i="0" u="none" strike="noStrike" dirty="0">
                        <a:ln>
                          <a:solidFill>
                            <a:schemeClr val="accent1">
                              <a:alpha val="0"/>
                            </a:schemeClr>
                          </a:solidFill>
                        </a:ln>
                        <a:solidFill>
                          <a:schemeClr val="bg1"/>
                        </a:solidFill>
                        <a:effectLst/>
                        <a:latin typeface="대명체 보통" panose="020B0600000101010101" pitchFamily="50" charset="-127"/>
                        <a:ea typeface="대명체 보통" panose="020B0600000101010101" pitchFamily="50" charset="-127"/>
                      </a:endParaRPr>
                    </a:p>
                  </a:txBody>
                  <a:tcPr marL="7036" marR="33231" marT="7036" marB="0" anchor="ctr">
                    <a:lnL w="6350" cap="flat" cmpd="sng" algn="ctr">
                      <a:solidFill>
                        <a:schemeClr val="bg2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chemeClr val="bg2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chemeClr val="bg2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chemeClr val="bg2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tx1">
                        <a:lumMod val="65000"/>
                        <a:lumOff val="35000"/>
                      </a:schemeClr>
                    </a:solidFill>
                  </a:tcPr>
                </a:tc>
                <a:tc hMerge="1">
                  <a:txBody>
                    <a:bodyPr/>
                    <a:lstStyle/>
                    <a:p>
                      <a:pPr latinLnBrk="1"/>
                      <a:endParaRPr lang="ko-KR" altLang="en-US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 rtl="0" fontAlgn="ctr"/>
                      <a:r>
                        <a:rPr lang="ko-KR" altLang="en-US" sz="800" b="1" i="0" u="none" strike="noStrike" dirty="0" smtClean="0">
                          <a:ln>
                            <a:solidFill>
                              <a:schemeClr val="accent1">
                                <a:alpha val="0"/>
                              </a:schemeClr>
                            </a:solidFill>
                          </a:ln>
                          <a:solidFill>
                            <a:schemeClr val="bg1"/>
                          </a:solidFill>
                          <a:effectLst/>
                          <a:latin typeface="대명체 보통" panose="020B0600000101010101" pitchFamily="50" charset="-127"/>
                          <a:ea typeface="대명체 보통" panose="020B0600000101010101" pitchFamily="50" charset="-127"/>
                        </a:rPr>
                        <a:t>증감</a:t>
                      </a:r>
                      <a:endParaRPr lang="ko-KR" altLang="en-US" sz="800" b="1" i="0" u="none" strike="noStrike" dirty="0">
                        <a:ln>
                          <a:solidFill>
                            <a:schemeClr val="accent1">
                              <a:alpha val="0"/>
                            </a:schemeClr>
                          </a:solidFill>
                        </a:ln>
                        <a:solidFill>
                          <a:schemeClr val="bg1"/>
                        </a:solidFill>
                        <a:effectLst/>
                        <a:latin typeface="대명체 보통" panose="020B0600000101010101" pitchFamily="50" charset="-127"/>
                        <a:ea typeface="대명체 보통" panose="020B0600000101010101" pitchFamily="50" charset="-127"/>
                      </a:endParaRPr>
                    </a:p>
                  </a:txBody>
                  <a:tcPr marL="7036" marR="33231" marT="7036" marB="0" anchor="ctr">
                    <a:lnL w="6350" cap="flat" cmpd="sng" algn="ctr">
                      <a:solidFill>
                        <a:schemeClr val="bg2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chemeClr val="bg2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chemeClr val="bg2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chemeClr val="bg2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tx1">
                        <a:lumMod val="65000"/>
                        <a:lumOff val="35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 algn="ctr" rtl="0" fontAlgn="ctr"/>
                      <a:r>
                        <a:rPr lang="ko-KR" altLang="en-US" sz="800" b="1" i="0" u="none" strike="noStrike">
                          <a:ln>
                            <a:solidFill>
                              <a:schemeClr val="accent1">
                                <a:alpha val="0"/>
                              </a:schemeClr>
                            </a:solidFill>
                          </a:ln>
                          <a:solidFill>
                            <a:schemeClr val="bg1"/>
                          </a:solidFill>
                          <a:effectLst/>
                          <a:latin typeface="대명체 보통" panose="020B0600000101010101" pitchFamily="50" charset="-127"/>
                          <a:ea typeface="대명체 보통" panose="020B0600000101010101" pitchFamily="50" charset="-127"/>
                        </a:rPr>
                        <a:t>달성률</a:t>
                      </a:r>
                    </a:p>
                  </a:txBody>
                  <a:tcPr marL="7036" marR="33231" marT="7036" marB="0" anchor="ctr">
                    <a:lnL w="6350" cap="flat" cmpd="sng" algn="ctr">
                      <a:solidFill>
                        <a:schemeClr val="bg2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chemeClr val="bg2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chemeClr val="bg2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chemeClr val="bg2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tx1">
                        <a:lumMod val="65000"/>
                        <a:lumOff val="35000"/>
                      </a:schemeClr>
                    </a:solidFill>
                  </a:tcPr>
                </a:tc>
                <a:tc gridSpan="2">
                  <a:txBody>
                    <a:bodyPr/>
                    <a:lstStyle/>
                    <a:p>
                      <a:pPr algn="ctr" rtl="0" fontAlgn="ctr"/>
                      <a:r>
                        <a:rPr lang="ko-KR" altLang="en-US" sz="800" b="0" i="0" u="none" strike="noStrike" dirty="0" smtClean="0">
                          <a:ln>
                            <a:solidFill>
                              <a:schemeClr val="accent1">
                                <a:alpha val="0"/>
                              </a:schemeClr>
                            </a:solidFill>
                          </a:ln>
                          <a:solidFill>
                            <a:schemeClr val="bg1"/>
                          </a:solidFill>
                          <a:effectLst/>
                          <a:latin typeface="대명체 보통" panose="020B0600000101010101" pitchFamily="50" charset="-127"/>
                          <a:ea typeface="대명체 보통" panose="020B0600000101010101" pitchFamily="50" charset="-127"/>
                        </a:rPr>
                        <a:t>전년</a:t>
                      </a:r>
                      <a:endParaRPr lang="ko-KR" altLang="en-US" sz="800" b="0" i="0" u="none" strike="noStrike" dirty="0">
                        <a:ln>
                          <a:solidFill>
                            <a:schemeClr val="accent1">
                              <a:alpha val="0"/>
                            </a:schemeClr>
                          </a:solidFill>
                        </a:ln>
                        <a:solidFill>
                          <a:schemeClr val="bg1"/>
                        </a:solidFill>
                        <a:effectLst/>
                        <a:latin typeface="대명체 보통" panose="020B0600000101010101" pitchFamily="50" charset="-127"/>
                        <a:ea typeface="대명체 보통" panose="020B0600000101010101" pitchFamily="50" charset="-127"/>
                      </a:endParaRPr>
                    </a:p>
                  </a:txBody>
                  <a:tcPr marL="8792" marR="33231" marT="8792" marB="0" anchor="ctr">
                    <a:lnL w="6350" cap="flat" cmpd="sng" algn="ctr">
                      <a:solidFill>
                        <a:schemeClr val="bg2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chemeClr val="bg2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chemeClr val="bg2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chemeClr val="bg2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tx1">
                        <a:lumMod val="65000"/>
                        <a:lumOff val="35000"/>
                      </a:schemeClr>
                    </a:solidFill>
                  </a:tcPr>
                </a:tc>
                <a:tc hMerge="1">
                  <a:txBody>
                    <a:bodyPr/>
                    <a:lstStyle/>
                    <a:p>
                      <a:pPr latinLnBrk="1"/>
                      <a:endParaRPr lang="ko-KR" altLang="en-US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 rtl="0" fontAlgn="ctr"/>
                      <a:r>
                        <a:rPr lang="ko-KR" altLang="en-US" sz="800" b="0" i="0" u="none" strike="noStrike" dirty="0" smtClean="0">
                          <a:ln>
                            <a:solidFill>
                              <a:schemeClr val="accent1">
                                <a:alpha val="0"/>
                              </a:schemeClr>
                            </a:solidFill>
                          </a:ln>
                          <a:solidFill>
                            <a:schemeClr val="bg1"/>
                          </a:solidFill>
                          <a:effectLst/>
                          <a:latin typeface="대명체 보통" panose="020B0600000101010101" pitchFamily="50" charset="-127"/>
                          <a:ea typeface="대명체 보통" panose="020B0600000101010101" pitchFamily="50" charset="-127"/>
                        </a:rPr>
                        <a:t>증감</a:t>
                      </a:r>
                      <a:endParaRPr lang="en-US" sz="800" b="0" i="0" u="none" strike="noStrike" dirty="0">
                        <a:ln>
                          <a:solidFill>
                            <a:schemeClr val="accent1">
                              <a:alpha val="0"/>
                            </a:schemeClr>
                          </a:solidFill>
                        </a:ln>
                        <a:solidFill>
                          <a:schemeClr val="bg1"/>
                        </a:solidFill>
                        <a:effectLst/>
                        <a:latin typeface="대명체 보통" panose="020B0600000101010101" pitchFamily="50" charset="-127"/>
                        <a:ea typeface="대명체 보통" panose="020B0600000101010101" pitchFamily="50" charset="-127"/>
                      </a:endParaRPr>
                    </a:p>
                  </a:txBody>
                  <a:tcPr marL="8792" marR="33231" marT="8792" marB="0" anchor="ctr">
                    <a:lnL w="6350" cap="flat" cmpd="sng" algn="ctr">
                      <a:solidFill>
                        <a:schemeClr val="bg2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chemeClr val="bg2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chemeClr val="bg2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chemeClr val="bg2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tx1">
                        <a:lumMod val="65000"/>
                        <a:lumOff val="35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 algn="ctr" rtl="0" fontAlgn="ctr"/>
                      <a:r>
                        <a:rPr lang="ko-KR" altLang="en-US" sz="800" b="0" i="0" u="none" strike="noStrike" dirty="0" smtClean="0">
                          <a:ln>
                            <a:solidFill>
                              <a:schemeClr val="accent1">
                                <a:alpha val="0"/>
                              </a:schemeClr>
                            </a:solidFill>
                          </a:ln>
                          <a:solidFill>
                            <a:schemeClr val="bg1"/>
                          </a:solidFill>
                          <a:effectLst/>
                          <a:latin typeface="대명체 보통" panose="020B0600000101010101" pitchFamily="50" charset="-127"/>
                          <a:ea typeface="대명체 보통" panose="020B0600000101010101" pitchFamily="50" charset="-127"/>
                        </a:rPr>
                        <a:t>증감률</a:t>
                      </a:r>
                      <a:endParaRPr lang="en-US" sz="800" b="0" i="0" u="none" strike="noStrike" dirty="0">
                        <a:ln>
                          <a:solidFill>
                            <a:schemeClr val="accent1">
                              <a:alpha val="0"/>
                            </a:schemeClr>
                          </a:solidFill>
                        </a:ln>
                        <a:solidFill>
                          <a:schemeClr val="bg1"/>
                        </a:solidFill>
                        <a:effectLst/>
                        <a:latin typeface="대명체 보통" panose="020B0600000101010101" pitchFamily="50" charset="-127"/>
                        <a:ea typeface="대명체 보통" panose="020B0600000101010101" pitchFamily="50" charset="-127"/>
                      </a:endParaRPr>
                    </a:p>
                  </a:txBody>
                  <a:tcPr marL="8792" marR="33231" marT="8792" marB="0" anchor="ctr">
                    <a:lnL w="6350" cap="flat" cmpd="sng" algn="ctr">
                      <a:solidFill>
                        <a:schemeClr val="bg2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>
                      <a:noFill/>
                    </a:lnR>
                    <a:lnT w="6350" cap="flat" cmpd="sng" algn="ctr">
                      <a:solidFill>
                        <a:schemeClr val="bg2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chemeClr val="bg2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tx1">
                        <a:lumMod val="65000"/>
                        <a:lumOff val="35000"/>
                      </a:schemeClr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925977154"/>
                  </a:ext>
                </a:extLst>
              </a:tr>
              <a:tr h="282462">
                <a:tc gridSpan="2">
                  <a:txBody>
                    <a:bodyPr/>
                    <a:lstStyle/>
                    <a:p>
                      <a:pPr algn="l" rtl="0" fontAlgn="ctr"/>
                      <a:r>
                        <a:rPr lang="ko-KR" altLang="en-US" sz="800" b="0" i="0" u="none" strike="noStrike" dirty="0" smtClean="0">
                          <a:ln>
                            <a:solidFill>
                              <a:schemeClr val="accent1">
                                <a:alpha val="0"/>
                              </a:schemeClr>
                            </a:solidFill>
                          </a:ln>
                          <a:solidFill>
                            <a:schemeClr val="tx1">
                              <a:lumMod val="95000"/>
                              <a:lumOff val="5000"/>
                            </a:schemeClr>
                          </a:solidFill>
                          <a:effectLst/>
                          <a:latin typeface="대명체 보통" panose="020B0600000101010101" pitchFamily="50" charset="-127"/>
                          <a:ea typeface="대명체 보통" panose="020B0600000101010101" pitchFamily="50" charset="-127"/>
                        </a:rPr>
                        <a:t>운영 매출</a:t>
                      </a:r>
                      <a:endParaRPr lang="ko-KR" altLang="en-US" sz="800" b="0" i="0" u="none" strike="noStrike" dirty="0">
                        <a:ln>
                          <a:solidFill>
                            <a:schemeClr val="accent1">
                              <a:alpha val="0"/>
                            </a:schemeClr>
                          </a:solidFill>
                        </a:ln>
                        <a:solidFill>
                          <a:schemeClr val="tx1">
                            <a:lumMod val="95000"/>
                            <a:lumOff val="5000"/>
                          </a:schemeClr>
                        </a:solidFill>
                        <a:effectLst/>
                        <a:latin typeface="대명체 보통" panose="020B0600000101010101" pitchFamily="50" charset="-127"/>
                        <a:ea typeface="대명체 보통" panose="020B0600000101010101" pitchFamily="50" charset="-127"/>
                      </a:endParaRPr>
                    </a:p>
                  </a:txBody>
                  <a:tcPr marL="66462" marR="33231" marT="7036" marB="0" anchor="ctr">
                    <a:lnL>
                      <a:noFill/>
                    </a:lnL>
                    <a:lnR w="6350" cap="flat" cmpd="sng" algn="ctr">
                      <a:solidFill>
                        <a:schemeClr val="bg2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chemeClr val="bg2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chemeClr val="bg2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D9D9D9"/>
                    </a:solidFill>
                  </a:tcPr>
                </a:tc>
                <a:tc hMerge="1">
                  <a:txBody>
                    <a:bodyPr/>
                    <a:lstStyle/>
                    <a:p>
                      <a:pPr latinLnBrk="1"/>
                      <a:endParaRPr lang="ko-KR" altLang="en-US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r" rtl="0" fontAlgn="ctr"/>
                      <a:r>
                        <a:rPr lang="en-US" altLang="ko-KR" sz="700" b="0" i="0" u="none" strike="noStrike" dirty="0">
                          <a:solidFill>
                            <a:srgbClr val="000000"/>
                          </a:solidFill>
                          <a:effectLst/>
                          <a:latin typeface="대명체 보통" panose="020B0600000101010101" pitchFamily="50" charset="-127"/>
                          <a:ea typeface="대명체 보통" panose="020B0600000101010101" pitchFamily="50" charset="-127"/>
                        </a:rPr>
                        <a:t>74,488</a:t>
                      </a:r>
                    </a:p>
                  </a:txBody>
                  <a:tcPr marL="8792" marR="8792" marT="8792" marB="0" anchor="ctr">
                    <a:lnL w="6350" cap="flat" cmpd="sng" algn="ctr">
                      <a:solidFill>
                        <a:schemeClr val="bg2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chemeClr val="bg2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chemeClr val="bg2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chemeClr val="bg2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D9D9D9"/>
                    </a:solidFill>
                  </a:tcPr>
                </a:tc>
                <a:tc>
                  <a:txBody>
                    <a:bodyPr/>
                    <a:lstStyle/>
                    <a:p>
                      <a:pPr algn="r" rtl="0" fontAlgn="ctr"/>
                      <a:r>
                        <a:rPr lang="en-US" altLang="ko-KR" sz="700" b="0" i="0" u="none" strike="noStrike" kern="1200" dirty="0">
                          <a:solidFill>
                            <a:srgbClr val="000000"/>
                          </a:solidFill>
                          <a:effectLst/>
                          <a:latin typeface="대명체 보통" panose="020B0600000101010101" pitchFamily="50" charset="-127"/>
                          <a:ea typeface="대명체 보통" panose="020B0600000101010101" pitchFamily="50" charset="-127"/>
                          <a:cs typeface="+mn-cs"/>
                        </a:rPr>
                        <a:t>100%</a:t>
                      </a:r>
                    </a:p>
                  </a:txBody>
                  <a:tcPr marL="8792" marR="8792" marT="8792" marB="0" anchor="ctr">
                    <a:lnL w="6350" cap="flat" cmpd="sng" algn="ctr">
                      <a:solidFill>
                        <a:schemeClr val="bg2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chemeClr val="bg2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chemeClr val="bg2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chemeClr val="bg2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D9D9D9"/>
                    </a:solidFill>
                  </a:tcPr>
                </a:tc>
                <a:tc>
                  <a:txBody>
                    <a:bodyPr/>
                    <a:lstStyle/>
                    <a:p>
                      <a:endParaRPr lang="ko-KR" altLang="en-US"/>
                    </a:p>
                  </a:txBody>
                  <a:tcPr marL="8792" marR="8792" marT="8792" marB="0" anchor="ctr">
                    <a:lnL w="6350" cap="flat" cmpd="sng" algn="ctr">
                      <a:solidFill>
                        <a:schemeClr val="bg2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chemeClr val="bg2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chemeClr val="bg2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chemeClr val="bg2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D9D9D9"/>
                    </a:solidFill>
                  </a:tcPr>
                </a:tc>
                <a:tc>
                  <a:txBody>
                    <a:bodyPr/>
                    <a:lstStyle/>
                    <a:p>
                      <a:endParaRPr lang="ko-KR" altLang="en-US"/>
                    </a:p>
                  </a:txBody>
                  <a:tcPr marL="8792" marR="8792" marT="8792" marB="0" anchor="ctr">
                    <a:lnL w="6350" cap="flat" cmpd="sng" algn="ctr">
                      <a:solidFill>
                        <a:schemeClr val="bg2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chemeClr val="bg2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chemeClr val="bg2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chemeClr val="bg2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D9D9D9"/>
                    </a:solidFill>
                  </a:tcPr>
                </a:tc>
                <a:tc>
                  <a:txBody>
                    <a:bodyPr/>
                    <a:lstStyle/>
                    <a:p>
                      <a:endParaRPr lang="ko-KR" altLang="en-US"/>
                    </a:p>
                  </a:txBody>
                  <a:tcPr marL="8792" marR="8792" marT="8792" marB="0" anchor="ctr">
                    <a:lnL w="6350" cap="flat" cmpd="sng" algn="ctr">
                      <a:solidFill>
                        <a:schemeClr val="bg2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chemeClr val="bg2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chemeClr val="bg2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chemeClr val="bg2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D9D9D9"/>
                    </a:solidFill>
                  </a:tcPr>
                </a:tc>
                <a:tc>
                  <a:txBody>
                    <a:bodyPr/>
                    <a:lstStyle/>
                    <a:p>
                      <a:endParaRPr lang="ko-KR" altLang="en-US"/>
                    </a:p>
                  </a:txBody>
                  <a:tcPr marL="8792" marR="8792" marT="8792" marB="0" anchor="ctr">
                    <a:lnL w="6350" cap="flat" cmpd="sng" algn="ctr">
                      <a:solidFill>
                        <a:schemeClr val="bg2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chemeClr val="bg2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chemeClr val="bg2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chemeClr val="bg2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D9D9D9"/>
                    </a:solidFill>
                  </a:tcPr>
                </a:tc>
                <a:tc>
                  <a:txBody>
                    <a:bodyPr/>
                    <a:lstStyle/>
                    <a:p>
                      <a:pPr algn="r" rtl="0" fontAlgn="ctr"/>
                      <a:r>
                        <a:rPr lang="en-US" altLang="ko-KR" sz="700" b="0" i="0" u="none" strike="noStrike">
                          <a:solidFill>
                            <a:srgbClr val="000000"/>
                          </a:solidFill>
                          <a:effectLst/>
                          <a:latin typeface="대명체 보통" panose="020B0600000101010101" pitchFamily="50" charset="-127"/>
                          <a:ea typeface="대명체 보통" panose="020B0600000101010101" pitchFamily="50" charset="-127"/>
                        </a:rPr>
                        <a:t>57,655</a:t>
                      </a:r>
                    </a:p>
                  </a:txBody>
                  <a:tcPr marL="8792" marR="8792" marT="8792" marB="0" anchor="ctr">
                    <a:lnL w="6350" cap="flat" cmpd="sng" algn="ctr">
                      <a:solidFill>
                        <a:schemeClr val="bg2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chemeClr val="bg2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chemeClr val="bg2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chemeClr val="bg2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D9D9D9"/>
                    </a:solidFill>
                  </a:tcPr>
                </a:tc>
                <a:tc>
                  <a:txBody>
                    <a:bodyPr/>
                    <a:lstStyle/>
                    <a:p>
                      <a:pPr algn="r" rtl="0" fontAlgn="ctr"/>
                      <a:r>
                        <a:rPr lang="en-US" altLang="ko-KR" sz="700" b="0" i="0" u="none" strike="noStrike">
                          <a:solidFill>
                            <a:srgbClr val="000000"/>
                          </a:solidFill>
                          <a:effectLst/>
                          <a:latin typeface="대명체 보통" panose="020B0600000101010101" pitchFamily="50" charset="-127"/>
                          <a:ea typeface="대명체 보통" panose="020B0600000101010101" pitchFamily="50" charset="-127"/>
                        </a:rPr>
                        <a:t>100%</a:t>
                      </a:r>
                    </a:p>
                  </a:txBody>
                  <a:tcPr marL="8792" marR="8792" marT="8792" marB="0" anchor="ctr">
                    <a:lnL w="6350" cap="flat" cmpd="sng" algn="ctr">
                      <a:solidFill>
                        <a:schemeClr val="bg2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chemeClr val="bg2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chemeClr val="bg2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chemeClr val="bg2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D9D9D9"/>
                    </a:solidFill>
                  </a:tcPr>
                </a:tc>
                <a:tc>
                  <a:txBody>
                    <a:bodyPr/>
                    <a:lstStyle/>
                    <a:p>
                      <a:endParaRPr lang="ko-KR" altLang="en-US"/>
                    </a:p>
                  </a:txBody>
                  <a:tcPr marL="8792" marR="8792" marT="8792" marB="0" anchor="ctr">
                    <a:lnL w="6350" cap="flat" cmpd="sng" algn="ctr">
                      <a:solidFill>
                        <a:schemeClr val="bg2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chemeClr val="bg2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chemeClr val="bg2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chemeClr val="bg2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D9D9D9"/>
                    </a:solidFill>
                  </a:tcPr>
                </a:tc>
                <a:tc>
                  <a:txBody>
                    <a:bodyPr/>
                    <a:lstStyle/>
                    <a:p>
                      <a:endParaRPr lang="ko-KR" altLang="en-US"/>
                    </a:p>
                  </a:txBody>
                  <a:tcPr marL="8792" marR="8792" marT="8792" marB="0" anchor="ctr">
                    <a:lnL w="6350" cap="flat" cmpd="sng" algn="ctr">
                      <a:solidFill>
                        <a:schemeClr val="bg2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chemeClr val="bg2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chemeClr val="bg2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D9D9D9"/>
                    </a:solidFill>
                  </a:tcPr>
                </a:tc>
                <a:tc>
                  <a:txBody>
                    <a:bodyPr/>
                    <a:lstStyle/>
                    <a:p>
                      <a:pPr algn="r" fontAlgn="ctr"/>
                      <a:endParaRPr lang="ko-KR" altLang="en-US" sz="700" b="0" i="0" u="none" strike="noStrike" dirty="0">
                        <a:effectLst/>
                        <a:latin typeface="대명체 보통" panose="020B0600000101010101" pitchFamily="50" charset="-127"/>
                        <a:ea typeface="대명체 보통" panose="020B0600000101010101" pitchFamily="50" charset="-127"/>
                      </a:endParaRPr>
                    </a:p>
                  </a:txBody>
                  <a:tcPr marL="0" marR="33231" marT="0" marB="0" anchor="ctr">
                    <a:lnL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</a:tcPr>
                </a:tc>
                <a:tc>
                  <a:txBody>
                    <a:bodyPr/>
                    <a:lstStyle/>
                    <a:p>
                      <a:pPr algn="r" rtl="0" fontAlgn="ctr"/>
                      <a:r>
                        <a:rPr lang="en-US" altLang="ko-KR" sz="700" b="0" i="0" u="none" strike="noStrike">
                          <a:solidFill>
                            <a:srgbClr val="000000"/>
                          </a:solidFill>
                          <a:effectLst/>
                          <a:latin typeface="대명체 보통" panose="020B0600000101010101" pitchFamily="50" charset="-127"/>
                          <a:ea typeface="대명체 보통" panose="020B0600000101010101" pitchFamily="50" charset="-127"/>
                        </a:rPr>
                        <a:t>333,770</a:t>
                      </a:r>
                    </a:p>
                  </a:txBody>
                  <a:tcPr marL="8792" marR="8792" marT="8792" marB="0" anchor="ctr">
                    <a:lnL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chemeClr val="bg2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chemeClr val="bg2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chemeClr val="bg2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D9D9D9"/>
                    </a:solidFill>
                  </a:tcPr>
                </a:tc>
                <a:tc>
                  <a:txBody>
                    <a:bodyPr/>
                    <a:lstStyle/>
                    <a:p>
                      <a:pPr algn="r" fontAlgn="ctr"/>
                      <a:r>
                        <a:rPr lang="en-US" altLang="ko-KR" sz="700" b="0" i="0" u="none" strike="noStrike">
                          <a:solidFill>
                            <a:srgbClr val="000000"/>
                          </a:solidFill>
                          <a:effectLst/>
                          <a:latin typeface="대명체 보통" panose="020B0600000101010101" pitchFamily="50" charset="-127"/>
                          <a:ea typeface="대명체 보통" panose="020B0600000101010101" pitchFamily="50" charset="-127"/>
                        </a:rPr>
                        <a:t>100%</a:t>
                      </a:r>
                    </a:p>
                  </a:txBody>
                  <a:tcPr marL="8792" marR="8792" marT="8792" marB="0" anchor="ctr">
                    <a:lnL w="6350" cap="flat" cmpd="sng" algn="ctr">
                      <a:solidFill>
                        <a:schemeClr val="bg2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chemeClr val="bg2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chemeClr val="bg2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chemeClr val="bg2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D9D9D9"/>
                    </a:solidFill>
                  </a:tcPr>
                </a:tc>
                <a:tc>
                  <a:txBody>
                    <a:bodyPr/>
                    <a:lstStyle/>
                    <a:p>
                      <a:endParaRPr lang="ko-KR" altLang="en-US"/>
                    </a:p>
                  </a:txBody>
                  <a:tcPr marL="8792" marR="8792" marT="8792" marB="0" anchor="ctr">
                    <a:lnL w="6350" cap="flat" cmpd="sng" algn="ctr">
                      <a:solidFill>
                        <a:schemeClr val="bg2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chemeClr val="bg2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chemeClr val="bg2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chemeClr val="bg2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D9D9D9"/>
                    </a:solidFill>
                  </a:tcPr>
                </a:tc>
                <a:tc>
                  <a:txBody>
                    <a:bodyPr/>
                    <a:lstStyle/>
                    <a:p>
                      <a:endParaRPr lang="ko-KR" altLang="en-US"/>
                    </a:p>
                  </a:txBody>
                  <a:tcPr marL="8792" marR="8792" marT="8792" marB="0" anchor="ctr">
                    <a:lnL w="6350" cap="flat" cmpd="sng" algn="ctr">
                      <a:solidFill>
                        <a:schemeClr val="bg2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chemeClr val="bg2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chemeClr val="bg2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chemeClr val="bg2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D9D9D9"/>
                    </a:solidFill>
                  </a:tcPr>
                </a:tc>
                <a:tc>
                  <a:txBody>
                    <a:bodyPr/>
                    <a:lstStyle/>
                    <a:p>
                      <a:endParaRPr lang="ko-KR" altLang="en-US"/>
                    </a:p>
                  </a:txBody>
                  <a:tcPr marL="8792" marR="8792" marT="8792" marB="0" anchor="ctr">
                    <a:lnL w="6350" cap="flat" cmpd="sng" algn="ctr">
                      <a:solidFill>
                        <a:schemeClr val="bg2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chemeClr val="bg2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chemeClr val="bg2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chemeClr val="bg2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D9D9D9"/>
                    </a:solidFill>
                  </a:tcPr>
                </a:tc>
                <a:tc>
                  <a:txBody>
                    <a:bodyPr/>
                    <a:lstStyle/>
                    <a:p>
                      <a:endParaRPr lang="ko-KR" altLang="en-US"/>
                    </a:p>
                  </a:txBody>
                  <a:tcPr marL="8792" marR="8792" marT="8792" marB="0" anchor="ctr">
                    <a:lnL w="6350" cap="flat" cmpd="sng" algn="ctr">
                      <a:solidFill>
                        <a:schemeClr val="bg2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chemeClr val="bg2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chemeClr val="bg2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chemeClr val="bg2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D9D9D9"/>
                    </a:solidFill>
                  </a:tcPr>
                </a:tc>
                <a:tc>
                  <a:txBody>
                    <a:bodyPr/>
                    <a:lstStyle/>
                    <a:p>
                      <a:pPr algn="r" rtl="0" fontAlgn="ctr"/>
                      <a:r>
                        <a:rPr lang="en-US" altLang="ko-KR" sz="700" b="0" i="0" u="none" strike="noStrike">
                          <a:solidFill>
                            <a:srgbClr val="000000"/>
                          </a:solidFill>
                          <a:effectLst/>
                          <a:latin typeface="대명체 보통" panose="020B0600000101010101" pitchFamily="50" charset="-127"/>
                          <a:ea typeface="대명체 보통" panose="020B0600000101010101" pitchFamily="50" charset="-127"/>
                        </a:rPr>
                        <a:t>272,486</a:t>
                      </a:r>
                    </a:p>
                  </a:txBody>
                  <a:tcPr marL="8792" marR="8792" marT="8792" marB="0" anchor="ctr">
                    <a:lnL w="6350" cap="flat" cmpd="sng" algn="ctr">
                      <a:solidFill>
                        <a:schemeClr val="bg2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chemeClr val="bg2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chemeClr val="bg2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chemeClr val="bg2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D9D9D9"/>
                    </a:solidFill>
                  </a:tcPr>
                </a:tc>
                <a:tc>
                  <a:txBody>
                    <a:bodyPr/>
                    <a:lstStyle/>
                    <a:p>
                      <a:pPr algn="r" fontAlgn="ctr"/>
                      <a:r>
                        <a:rPr lang="en-US" altLang="ko-KR" sz="700" b="0" i="0" u="none" strike="noStrike">
                          <a:solidFill>
                            <a:srgbClr val="000000"/>
                          </a:solidFill>
                          <a:effectLst/>
                          <a:latin typeface="대명체 보통" panose="020B0600000101010101" pitchFamily="50" charset="-127"/>
                          <a:ea typeface="대명체 보통" panose="020B0600000101010101" pitchFamily="50" charset="-127"/>
                        </a:rPr>
                        <a:t>100%</a:t>
                      </a:r>
                    </a:p>
                  </a:txBody>
                  <a:tcPr marL="8792" marR="8792" marT="8792" marB="0" anchor="ctr">
                    <a:lnL w="6350" cap="flat" cmpd="sng" algn="ctr">
                      <a:solidFill>
                        <a:schemeClr val="bg2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chemeClr val="bg2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chemeClr val="bg2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chemeClr val="bg2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D9D9D9"/>
                    </a:solidFill>
                  </a:tcPr>
                </a:tc>
                <a:tc>
                  <a:txBody>
                    <a:bodyPr/>
                    <a:lstStyle/>
                    <a:p>
                      <a:endParaRPr lang="ko-KR" altLang="en-US"/>
                    </a:p>
                  </a:txBody>
                  <a:tcPr marL="8792" marR="8792" marT="8792" marB="0" anchor="ctr">
                    <a:lnL w="6350" cap="flat" cmpd="sng" algn="ctr">
                      <a:solidFill>
                        <a:schemeClr val="bg2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chemeClr val="bg2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chemeClr val="bg2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chemeClr val="bg2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D9D9D9"/>
                    </a:solidFill>
                  </a:tcPr>
                </a:tc>
                <a:tc>
                  <a:txBody>
                    <a:bodyPr/>
                    <a:lstStyle/>
                    <a:p>
                      <a:endParaRPr lang="ko-KR" altLang="en-US"/>
                    </a:p>
                  </a:txBody>
                  <a:tcPr marL="8792" marR="8792" marT="8792" marB="0" anchor="ctr">
                    <a:lnL w="6350" cap="flat" cmpd="sng" algn="ctr">
                      <a:solidFill>
                        <a:schemeClr val="bg2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>
                      <a:noFill/>
                    </a:lnR>
                    <a:lnT w="6350" cap="flat" cmpd="sng" algn="ctr">
                      <a:solidFill>
                        <a:schemeClr val="bg2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chemeClr val="bg2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D9D9D9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245692493"/>
                  </a:ext>
                </a:extLst>
              </a:tr>
              <a:tr h="282462">
                <a:tc gridSpan="2">
                  <a:txBody>
                    <a:bodyPr/>
                    <a:lstStyle/>
                    <a:p>
                      <a:pPr algn="l" rtl="0" fontAlgn="ctr"/>
                      <a:r>
                        <a:rPr lang="ko-KR" altLang="en-US" sz="800" b="0" i="0" u="none" strike="noStrike" dirty="0" smtClean="0">
                          <a:ln>
                            <a:solidFill>
                              <a:schemeClr val="accent1">
                                <a:alpha val="0"/>
                              </a:schemeClr>
                            </a:solidFill>
                          </a:ln>
                          <a:solidFill>
                            <a:schemeClr val="tx1">
                              <a:lumMod val="95000"/>
                              <a:lumOff val="5000"/>
                            </a:schemeClr>
                          </a:solidFill>
                          <a:effectLst/>
                          <a:latin typeface="대명체 보통" panose="020B0600000101010101" pitchFamily="50" charset="-127"/>
                          <a:ea typeface="대명체 보통" panose="020B0600000101010101" pitchFamily="50" charset="-127"/>
                        </a:rPr>
                        <a:t>세일즈마케팅</a:t>
                      </a:r>
                      <a:endParaRPr lang="ko-KR" altLang="en-US" sz="800" b="0" i="0" u="none" strike="noStrike" dirty="0">
                        <a:ln>
                          <a:solidFill>
                            <a:schemeClr val="accent1">
                              <a:alpha val="0"/>
                            </a:schemeClr>
                          </a:solidFill>
                        </a:ln>
                        <a:solidFill>
                          <a:schemeClr val="tx1">
                            <a:lumMod val="95000"/>
                            <a:lumOff val="5000"/>
                          </a:schemeClr>
                        </a:solidFill>
                        <a:effectLst/>
                        <a:latin typeface="대명체 보통" panose="020B0600000101010101" pitchFamily="50" charset="-127"/>
                        <a:ea typeface="대명체 보통" panose="020B0600000101010101" pitchFamily="50" charset="-127"/>
                      </a:endParaRPr>
                    </a:p>
                  </a:txBody>
                  <a:tcPr marL="66462" marR="33231" marT="7036" marB="0" anchor="ctr">
                    <a:lnL>
                      <a:noFill/>
                    </a:lnL>
                    <a:lnR w="6350" cap="flat" cmpd="sng" algn="ctr">
                      <a:solidFill>
                        <a:schemeClr val="bg2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chemeClr val="bg2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chemeClr val="bg2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>
                        <a:lumMod val="95000"/>
                      </a:schemeClr>
                    </a:solidFill>
                  </a:tcPr>
                </a:tc>
                <a:tc hMerge="1">
                  <a:txBody>
                    <a:bodyPr/>
                    <a:lstStyle/>
                    <a:p>
                      <a:pPr latinLnBrk="1"/>
                      <a:endParaRPr lang="ko-KR" altLang="en-US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r" fontAlgn="ctr"/>
                      <a:r>
                        <a:rPr lang="en-US" altLang="ko-KR" sz="700" b="0" i="0" u="none" strike="noStrike">
                          <a:solidFill>
                            <a:srgbClr val="000000"/>
                          </a:solidFill>
                          <a:effectLst/>
                          <a:latin typeface="대명체 보통" panose="020B0600000101010101" pitchFamily="50" charset="-127"/>
                          <a:ea typeface="대명체 보통" panose="020B0600000101010101" pitchFamily="50" charset="-127"/>
                        </a:rPr>
                        <a:t>27,120</a:t>
                      </a:r>
                    </a:p>
                  </a:txBody>
                  <a:tcPr marL="8792" marR="8792" marT="8792" marB="0" anchor="ctr">
                    <a:lnL w="6350" cap="flat" cmpd="sng" algn="ctr">
                      <a:solidFill>
                        <a:schemeClr val="bg2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chemeClr val="bg2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chemeClr val="bg2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>
                        <a:lumMod val="95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 algn="r" fontAlgn="ctr"/>
                      <a:r>
                        <a:rPr lang="en-US" altLang="ko-KR" sz="700" b="0" i="0" u="none" strike="noStrike" kern="1200">
                          <a:solidFill>
                            <a:srgbClr val="000000"/>
                          </a:solidFill>
                          <a:effectLst/>
                          <a:latin typeface="대명체 보통" panose="020B0600000101010101" pitchFamily="50" charset="-127"/>
                          <a:ea typeface="대명체 보통" panose="020B0600000101010101" pitchFamily="50" charset="-127"/>
                          <a:cs typeface="+mn-cs"/>
                        </a:rPr>
                        <a:t>36%</a:t>
                      </a:r>
                    </a:p>
                  </a:txBody>
                  <a:tcPr marL="8792" marR="8792" marT="8792" marB="0" anchor="ctr">
                    <a:lnL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chemeClr val="bg2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chemeClr val="bg2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chemeClr val="bg2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>
                        <a:lumMod val="95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endParaRPr lang="ko-KR" altLang="en-US"/>
                    </a:p>
                  </a:txBody>
                  <a:tcPr marL="8792" marR="8792" marT="8792" marB="0" anchor="ctr">
                    <a:lnL w="6350" cap="flat" cmpd="sng" algn="ctr">
                      <a:solidFill>
                        <a:schemeClr val="bg2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chemeClr val="bg2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chemeClr val="bg2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>
                        <a:lumMod val="95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endParaRPr lang="ko-KR" altLang="en-US"/>
                    </a:p>
                  </a:txBody>
                  <a:tcPr marL="8792" marR="8792" marT="8792" marB="0" anchor="ctr">
                    <a:lnL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chemeClr val="bg2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chemeClr val="bg2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chemeClr val="bg2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>
                        <a:lumMod val="95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endParaRPr lang="ko-KR" altLang="en-US"/>
                    </a:p>
                  </a:txBody>
                  <a:tcPr marL="8792" marR="8792" marT="8792" marB="0" anchor="ctr">
                    <a:lnL w="6350" cap="flat" cmpd="sng" algn="ctr">
                      <a:solidFill>
                        <a:schemeClr val="bg2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chemeClr val="bg2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chemeClr val="bg2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chemeClr val="bg2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>
                        <a:lumMod val="95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endParaRPr lang="ko-KR" altLang="en-US"/>
                    </a:p>
                  </a:txBody>
                  <a:tcPr marL="8792" marR="8792" marT="8792" marB="0" anchor="ctr">
                    <a:lnL w="6350" cap="flat" cmpd="sng" algn="ctr">
                      <a:solidFill>
                        <a:schemeClr val="bg2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chemeClr val="bg2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chemeClr val="bg2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chemeClr val="bg2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>
                        <a:lumMod val="95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 algn="r" fontAlgn="ctr"/>
                      <a:r>
                        <a:rPr lang="en-US" altLang="ko-KR" sz="700" b="0" i="0" u="none" strike="noStrike">
                          <a:solidFill>
                            <a:srgbClr val="000000"/>
                          </a:solidFill>
                          <a:effectLst/>
                          <a:latin typeface="대명체 보통" panose="020B0600000101010101" pitchFamily="50" charset="-127"/>
                          <a:ea typeface="대명체 보통" panose="020B0600000101010101" pitchFamily="50" charset="-127"/>
                        </a:rPr>
                        <a:t>21,513</a:t>
                      </a:r>
                    </a:p>
                  </a:txBody>
                  <a:tcPr marL="8792" marR="8792" marT="8792" marB="0" anchor="ctr">
                    <a:lnL w="6350" cap="flat" cmpd="sng" algn="ctr">
                      <a:solidFill>
                        <a:schemeClr val="bg2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chemeClr val="bg2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chemeClr val="bg2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>
                        <a:lumMod val="95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 algn="r" fontAlgn="ctr"/>
                      <a:r>
                        <a:rPr lang="en-US" altLang="ko-KR" sz="700" b="0" i="0" u="none" strike="noStrike">
                          <a:solidFill>
                            <a:srgbClr val="000000"/>
                          </a:solidFill>
                          <a:effectLst/>
                          <a:latin typeface="대명체 보통" panose="020B0600000101010101" pitchFamily="50" charset="-127"/>
                          <a:ea typeface="대명체 보통" panose="020B0600000101010101" pitchFamily="50" charset="-127"/>
                        </a:rPr>
                        <a:t>37%</a:t>
                      </a:r>
                    </a:p>
                  </a:txBody>
                  <a:tcPr marL="8792" marR="8792" marT="8792" marB="0" anchor="ctr">
                    <a:lnL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chemeClr val="bg2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chemeClr val="bg2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chemeClr val="bg2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>
                        <a:lumMod val="95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endParaRPr lang="ko-KR" altLang="en-US"/>
                    </a:p>
                  </a:txBody>
                  <a:tcPr marL="8792" marR="8792" marT="8792" marB="0" anchor="ctr">
                    <a:lnL w="6350" cap="flat" cmpd="sng" algn="ctr">
                      <a:solidFill>
                        <a:schemeClr val="bg2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chemeClr val="bg2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chemeClr val="bg2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chemeClr val="bg2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>
                        <a:lumMod val="95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endParaRPr lang="ko-KR" altLang="en-US"/>
                    </a:p>
                  </a:txBody>
                  <a:tcPr marL="8792" marR="8792" marT="8792" marB="0" anchor="ctr">
                    <a:lnL w="6350" cap="flat" cmpd="sng" algn="ctr">
                      <a:solidFill>
                        <a:schemeClr val="bg2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chemeClr val="bg2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chemeClr val="bg2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>
                        <a:lumMod val="95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 algn="r"/>
                      <a:endParaRPr lang="ko-KR" altLang="en-US" sz="700">
                        <a:latin typeface="대명체 보통" panose="020B0600000101010101" pitchFamily="50" charset="-127"/>
                        <a:ea typeface="대명체 보통" panose="020B0600000101010101" pitchFamily="50" charset="-127"/>
                      </a:endParaRPr>
                    </a:p>
                  </a:txBody>
                  <a:tcPr marL="8792" marR="8792" marT="8792" marB="0" anchor="ctr">
                    <a:lnL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</a:tcPr>
                </a:tc>
                <a:tc>
                  <a:txBody>
                    <a:bodyPr/>
                    <a:lstStyle/>
                    <a:p>
                      <a:pPr algn="r" fontAlgn="ctr"/>
                      <a:r>
                        <a:rPr lang="ko-KR" altLang="en-US" sz="700" b="0" i="0" u="none" strike="noStrike" dirty="0" smtClean="0">
                          <a:solidFill>
                            <a:srgbClr val="000000"/>
                          </a:solidFill>
                          <a:effectLst/>
                          <a:latin typeface="대명체 보통" panose="020B0600000101010101" pitchFamily="50" charset="-127"/>
                          <a:ea typeface="대명체 보통" panose="020B0600000101010101" pitchFamily="50" charset="-127"/>
                        </a:rPr>
                        <a:t>   </a:t>
                      </a:r>
                      <a:r>
                        <a:rPr lang="en-US" altLang="ko-KR" sz="700" b="0" i="0" u="none" strike="noStrike" dirty="0">
                          <a:solidFill>
                            <a:srgbClr val="000000"/>
                          </a:solidFill>
                          <a:effectLst/>
                          <a:latin typeface="대명체 보통" panose="020B0600000101010101" pitchFamily="50" charset="-127"/>
                          <a:ea typeface="대명체 보통" panose="020B0600000101010101" pitchFamily="50" charset="-127"/>
                        </a:rPr>
                        <a:t>126,466 </a:t>
                      </a:r>
                    </a:p>
                  </a:txBody>
                  <a:tcPr marL="8792" marR="8792" marT="8792" marB="0" anchor="ctr">
                    <a:lnL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chemeClr val="bg2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chemeClr val="bg2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>
                        <a:lumMod val="95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 algn="r" fontAlgn="ctr"/>
                      <a:r>
                        <a:rPr lang="en-US" altLang="ko-KR" sz="700" b="0" i="0" u="none" strike="noStrike">
                          <a:solidFill>
                            <a:srgbClr val="000000"/>
                          </a:solidFill>
                          <a:effectLst/>
                          <a:latin typeface="대명체 보통" panose="020B0600000101010101" pitchFamily="50" charset="-127"/>
                          <a:ea typeface="대명체 보통" panose="020B0600000101010101" pitchFamily="50" charset="-127"/>
                        </a:rPr>
                        <a:t>38%</a:t>
                      </a:r>
                    </a:p>
                  </a:txBody>
                  <a:tcPr marL="8792" marR="8792" marT="8792" marB="0" anchor="ctr">
                    <a:lnL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chemeClr val="bg2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chemeClr val="bg2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chemeClr val="bg2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>
                        <a:lumMod val="95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endParaRPr lang="ko-KR" altLang="en-US"/>
                    </a:p>
                  </a:txBody>
                  <a:tcPr marL="8792" marR="8792" marT="8792" marB="0" anchor="ctr">
                    <a:lnL w="6350" cap="flat" cmpd="sng" algn="ctr">
                      <a:solidFill>
                        <a:schemeClr val="bg2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chemeClr val="bg2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chemeClr val="bg2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>
                        <a:lumMod val="95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endParaRPr lang="ko-KR" altLang="en-US"/>
                    </a:p>
                  </a:txBody>
                  <a:tcPr marL="8792" marR="8792" marT="8792" marB="0" anchor="ctr">
                    <a:lnL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chemeClr val="bg2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chemeClr val="bg2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chemeClr val="bg2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>
                        <a:lumMod val="95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endParaRPr lang="ko-KR" altLang="en-US"/>
                    </a:p>
                  </a:txBody>
                  <a:tcPr marL="8792" marR="8792" marT="8792" marB="0" anchor="ctr">
                    <a:lnL w="6350" cap="flat" cmpd="sng" algn="ctr">
                      <a:solidFill>
                        <a:schemeClr val="bg2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chemeClr val="bg2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chemeClr val="bg2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chemeClr val="bg2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>
                        <a:lumMod val="95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endParaRPr lang="ko-KR" altLang="en-US"/>
                    </a:p>
                  </a:txBody>
                  <a:tcPr marL="8792" marR="8792" marT="8792" marB="0" anchor="ctr">
                    <a:lnL w="6350" cap="flat" cmpd="sng" algn="ctr">
                      <a:solidFill>
                        <a:schemeClr val="bg2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chemeClr val="bg2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chemeClr val="bg2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chemeClr val="bg2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>
                        <a:lumMod val="95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 algn="r" fontAlgn="ctr"/>
                      <a:r>
                        <a:rPr lang="ko-KR" altLang="en-US" sz="700" b="0" i="0" u="none" strike="noStrike" dirty="0" smtClean="0">
                          <a:solidFill>
                            <a:srgbClr val="000000"/>
                          </a:solidFill>
                          <a:effectLst/>
                          <a:latin typeface="대명체 보통" panose="020B0600000101010101" pitchFamily="50" charset="-127"/>
                          <a:ea typeface="대명체 보통" panose="020B0600000101010101" pitchFamily="50" charset="-127"/>
                        </a:rPr>
                        <a:t>   </a:t>
                      </a:r>
                      <a:r>
                        <a:rPr lang="en-US" altLang="ko-KR" sz="700" b="0" i="0" u="none" strike="noStrike" dirty="0">
                          <a:solidFill>
                            <a:srgbClr val="000000"/>
                          </a:solidFill>
                          <a:effectLst/>
                          <a:latin typeface="대명체 보통" panose="020B0600000101010101" pitchFamily="50" charset="-127"/>
                          <a:ea typeface="대명체 보통" panose="020B0600000101010101" pitchFamily="50" charset="-127"/>
                        </a:rPr>
                        <a:t>109,035 </a:t>
                      </a:r>
                    </a:p>
                  </a:txBody>
                  <a:tcPr marL="8792" marR="8792" marT="8792" marB="0" anchor="ctr">
                    <a:lnL w="6350" cap="flat" cmpd="sng" algn="ctr">
                      <a:solidFill>
                        <a:schemeClr val="bg2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chemeClr val="bg2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chemeClr val="bg2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>
                        <a:lumMod val="95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 algn="r" fontAlgn="ctr"/>
                      <a:r>
                        <a:rPr lang="en-US" altLang="ko-KR" sz="700" b="0" i="0" u="none" strike="noStrike">
                          <a:solidFill>
                            <a:srgbClr val="000000"/>
                          </a:solidFill>
                          <a:effectLst/>
                          <a:latin typeface="대명체 보통" panose="020B0600000101010101" pitchFamily="50" charset="-127"/>
                          <a:ea typeface="대명체 보통" panose="020B0600000101010101" pitchFamily="50" charset="-127"/>
                        </a:rPr>
                        <a:t>40%</a:t>
                      </a:r>
                    </a:p>
                  </a:txBody>
                  <a:tcPr marL="8792" marR="8792" marT="8792" marB="0" anchor="ctr">
                    <a:lnL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chemeClr val="bg2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chemeClr val="bg2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chemeClr val="bg2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>
                        <a:lumMod val="95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endParaRPr lang="ko-KR" altLang="en-US"/>
                    </a:p>
                  </a:txBody>
                  <a:tcPr marL="8792" marR="8792" marT="8792" marB="0" anchor="ctr">
                    <a:lnL w="6350" cap="flat" cmpd="sng" algn="ctr">
                      <a:solidFill>
                        <a:schemeClr val="bg2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chemeClr val="bg2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chemeClr val="bg2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chemeClr val="bg2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>
                        <a:lumMod val="95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endParaRPr lang="ko-KR" altLang="en-US"/>
                    </a:p>
                  </a:txBody>
                  <a:tcPr marL="8792" marR="8792" marT="8792" marB="0" anchor="ctr">
                    <a:lnL w="6350" cap="flat" cmpd="sng" algn="ctr">
                      <a:solidFill>
                        <a:schemeClr val="bg2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>
                      <a:noFill/>
                    </a:lnR>
                    <a:lnT w="6350" cap="flat" cmpd="sng" algn="ctr">
                      <a:solidFill>
                        <a:schemeClr val="bg2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chemeClr val="bg2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>
                        <a:lumMod val="95000"/>
                      </a:schemeClr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3818801439"/>
                  </a:ext>
                </a:extLst>
              </a:tr>
              <a:tr h="282462">
                <a:tc gridSpan="2">
                  <a:txBody>
                    <a:bodyPr/>
                    <a:lstStyle/>
                    <a:p>
                      <a:pPr algn="l" rtl="0" fontAlgn="ctr"/>
                      <a:r>
                        <a:rPr lang="ko-KR" altLang="en-US" sz="800" b="0" i="0" u="none" strike="noStrike" dirty="0" smtClean="0">
                          <a:ln>
                            <a:solidFill>
                              <a:schemeClr val="accent1">
                                <a:alpha val="0"/>
                              </a:schemeClr>
                            </a:solidFill>
                          </a:ln>
                          <a:solidFill>
                            <a:schemeClr val="tx1">
                              <a:lumMod val="95000"/>
                              <a:lumOff val="5000"/>
                            </a:schemeClr>
                          </a:solidFill>
                          <a:effectLst/>
                          <a:latin typeface="대명체 보통" panose="020B0600000101010101" pitchFamily="50" charset="-127"/>
                          <a:ea typeface="대명체 보통" panose="020B0600000101010101" pitchFamily="50" charset="-127"/>
                        </a:rPr>
                        <a:t>마케팅</a:t>
                      </a:r>
                      <a:endParaRPr lang="ko-KR" altLang="en-US" sz="800" b="0" i="0" u="none" strike="noStrike" dirty="0">
                        <a:ln>
                          <a:solidFill>
                            <a:schemeClr val="accent1">
                              <a:alpha val="0"/>
                            </a:schemeClr>
                          </a:solidFill>
                        </a:ln>
                        <a:solidFill>
                          <a:schemeClr val="tx1">
                            <a:lumMod val="95000"/>
                            <a:lumOff val="5000"/>
                          </a:schemeClr>
                        </a:solidFill>
                        <a:effectLst/>
                        <a:latin typeface="대명체 보통" panose="020B0600000101010101" pitchFamily="50" charset="-127"/>
                        <a:ea typeface="대명체 보통" panose="020B0600000101010101" pitchFamily="50" charset="-127"/>
                      </a:endParaRPr>
                    </a:p>
                  </a:txBody>
                  <a:tcPr marL="66462" marR="33231" marT="7036" marB="0" anchor="ctr">
                    <a:lnL>
                      <a:noFill/>
                    </a:lnL>
                    <a:lnR w="6350" cap="flat" cmpd="sng" algn="ctr">
                      <a:solidFill>
                        <a:schemeClr val="bg2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chemeClr val="bg2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 hMerge="1">
                  <a:txBody>
                    <a:bodyPr/>
                    <a:lstStyle/>
                    <a:p>
                      <a:pPr latinLnBrk="1"/>
                      <a:endParaRPr lang="ko-KR" altLang="en-US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r" rtl="0" fontAlgn="ctr"/>
                      <a:r>
                        <a:rPr lang="en-US" altLang="ko-KR" sz="700" b="0" i="0" u="none" strike="noStrike" dirty="0">
                          <a:solidFill>
                            <a:srgbClr val="000000"/>
                          </a:solidFill>
                          <a:effectLst/>
                          <a:latin typeface="대명체 보통" panose="020B0600000101010101" pitchFamily="50" charset="-127"/>
                          <a:ea typeface="대명체 보통" panose="020B0600000101010101" pitchFamily="50" charset="-127"/>
                        </a:rPr>
                        <a:t>4,149</a:t>
                      </a:r>
                    </a:p>
                  </a:txBody>
                  <a:tcPr marL="8792" marR="8792" marT="8792" marB="0" anchor="ctr">
                    <a:lnL w="6350" cap="flat" cmpd="sng" algn="ctr">
                      <a:solidFill>
                        <a:schemeClr val="bg2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chemeClr val="bg2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chemeClr val="bg2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r" fontAlgn="ctr"/>
                      <a:r>
                        <a:rPr lang="en-US" altLang="ko-KR" sz="700" b="0" i="0" u="none" strike="noStrike" kern="1200">
                          <a:solidFill>
                            <a:srgbClr val="000000"/>
                          </a:solidFill>
                          <a:effectLst/>
                          <a:latin typeface="대명체 보통" panose="020B0600000101010101" pitchFamily="50" charset="-127"/>
                          <a:ea typeface="대명체 보통" panose="020B0600000101010101" pitchFamily="50" charset="-127"/>
                          <a:cs typeface="+mn-cs"/>
                        </a:rPr>
                        <a:t>6%</a:t>
                      </a:r>
                    </a:p>
                  </a:txBody>
                  <a:tcPr marL="8792" marR="8792" marT="8792" marB="0" anchor="ctr">
                    <a:lnL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chemeClr val="bg2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chemeClr val="bg2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chemeClr val="bg2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endParaRPr lang="ko-KR" altLang="en-US"/>
                    </a:p>
                  </a:txBody>
                  <a:tcPr marL="8792" marR="8792" marT="8792" marB="0" anchor="ctr">
                    <a:lnL w="6350" cap="flat" cmpd="sng" algn="ctr">
                      <a:solidFill>
                        <a:schemeClr val="bg2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chemeClr val="bg2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chemeClr val="bg2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endParaRPr lang="ko-KR" altLang="en-US"/>
                    </a:p>
                  </a:txBody>
                  <a:tcPr marL="8792" marR="8792" marT="8792" marB="0" anchor="ctr">
                    <a:lnL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chemeClr val="bg2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chemeClr val="bg2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chemeClr val="bg2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endParaRPr lang="ko-KR" altLang="en-US"/>
                    </a:p>
                  </a:txBody>
                  <a:tcPr marL="8792" marR="8792" marT="8792" marB="0" anchor="ctr">
                    <a:lnL w="6350" cap="flat" cmpd="sng" algn="ctr">
                      <a:solidFill>
                        <a:schemeClr val="bg2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chemeClr val="bg2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chemeClr val="bg2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chemeClr val="bg2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endParaRPr lang="ko-KR" altLang="en-US"/>
                    </a:p>
                  </a:txBody>
                  <a:tcPr marL="8792" marR="8792" marT="8792" marB="0" anchor="ctr">
                    <a:lnL w="6350" cap="flat" cmpd="sng" algn="ctr">
                      <a:solidFill>
                        <a:schemeClr val="bg2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chemeClr val="bg2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chemeClr val="bg2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chemeClr val="bg2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r" rtl="0" fontAlgn="ctr"/>
                      <a:r>
                        <a:rPr lang="en-US" altLang="ko-KR" sz="700" b="0" i="0" u="none" strike="noStrike">
                          <a:solidFill>
                            <a:srgbClr val="000000"/>
                          </a:solidFill>
                          <a:effectLst/>
                          <a:latin typeface="대명체 보통" panose="020B0600000101010101" pitchFamily="50" charset="-127"/>
                          <a:ea typeface="대명체 보통" panose="020B0600000101010101" pitchFamily="50" charset="-127"/>
                        </a:rPr>
                        <a:t>2,997</a:t>
                      </a:r>
                    </a:p>
                  </a:txBody>
                  <a:tcPr marL="8792" marR="8792" marT="8792" marB="0" anchor="ctr">
                    <a:lnL w="6350" cap="flat" cmpd="sng" algn="ctr">
                      <a:solidFill>
                        <a:schemeClr val="bg2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chemeClr val="bg2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chemeClr val="bg2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r" fontAlgn="ctr"/>
                      <a:r>
                        <a:rPr lang="en-US" altLang="ko-KR" sz="700" b="0" i="0" u="none" strike="noStrike">
                          <a:solidFill>
                            <a:srgbClr val="000000"/>
                          </a:solidFill>
                          <a:effectLst/>
                          <a:latin typeface="대명체 보통" panose="020B0600000101010101" pitchFamily="50" charset="-127"/>
                          <a:ea typeface="대명체 보통" panose="020B0600000101010101" pitchFamily="50" charset="-127"/>
                        </a:rPr>
                        <a:t>5%</a:t>
                      </a:r>
                    </a:p>
                  </a:txBody>
                  <a:tcPr marL="8792" marR="8792" marT="8792" marB="0" anchor="ctr">
                    <a:lnL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chemeClr val="bg2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chemeClr val="bg2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chemeClr val="bg2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endParaRPr lang="ko-KR" altLang="en-US"/>
                    </a:p>
                  </a:txBody>
                  <a:tcPr marL="8792" marR="8792" marT="8792" marB="0" anchor="ctr">
                    <a:lnL w="6350" cap="flat" cmpd="sng" algn="ctr">
                      <a:solidFill>
                        <a:schemeClr val="bg2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chemeClr val="bg2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chemeClr val="bg2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chemeClr val="bg2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endParaRPr lang="ko-KR" altLang="en-US"/>
                    </a:p>
                  </a:txBody>
                  <a:tcPr marL="8792" marR="8792" marT="8792" marB="0" anchor="ctr">
                    <a:lnL w="6350" cap="flat" cmpd="sng" algn="ctr">
                      <a:solidFill>
                        <a:schemeClr val="bg2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chemeClr val="bg2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chemeClr val="bg2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r"/>
                      <a:endParaRPr lang="ko-KR" altLang="en-US" sz="700" dirty="0">
                        <a:latin typeface="대명체 보통" panose="020B0600000101010101" pitchFamily="50" charset="-127"/>
                        <a:ea typeface="대명체 보통" panose="020B0600000101010101" pitchFamily="50" charset="-127"/>
                      </a:endParaRPr>
                    </a:p>
                  </a:txBody>
                  <a:tcPr marL="8792" marR="8792" marT="8792" marB="0" anchor="ctr">
                    <a:lnL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</a:tcPr>
                </a:tc>
                <a:tc>
                  <a:txBody>
                    <a:bodyPr/>
                    <a:lstStyle/>
                    <a:p>
                      <a:pPr algn="r" rtl="0" fontAlgn="ctr"/>
                      <a:r>
                        <a:rPr lang="en-US" altLang="ko-KR" sz="700" b="0" i="0" u="none" strike="noStrike">
                          <a:solidFill>
                            <a:srgbClr val="000000"/>
                          </a:solidFill>
                          <a:effectLst/>
                          <a:latin typeface="대명체 보통" panose="020B0600000101010101" pitchFamily="50" charset="-127"/>
                          <a:ea typeface="대명체 보통" panose="020B0600000101010101" pitchFamily="50" charset="-127"/>
                        </a:rPr>
                        <a:t>20,679</a:t>
                      </a:r>
                    </a:p>
                  </a:txBody>
                  <a:tcPr marL="8792" marR="8792" marT="8792" marB="0" anchor="ctr">
                    <a:lnL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chemeClr val="bg2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chemeClr val="bg2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r" fontAlgn="ctr"/>
                      <a:r>
                        <a:rPr lang="en-US" altLang="ko-KR" sz="700" b="0" i="0" u="none" strike="noStrike">
                          <a:solidFill>
                            <a:srgbClr val="000000"/>
                          </a:solidFill>
                          <a:effectLst/>
                          <a:latin typeface="대명체 보통" panose="020B0600000101010101" pitchFamily="50" charset="-127"/>
                          <a:ea typeface="대명체 보통" panose="020B0600000101010101" pitchFamily="50" charset="-127"/>
                        </a:rPr>
                        <a:t>6%</a:t>
                      </a:r>
                    </a:p>
                  </a:txBody>
                  <a:tcPr marL="8792" marR="8792" marT="8792" marB="0" anchor="ctr">
                    <a:lnL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chemeClr val="bg2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chemeClr val="bg2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chemeClr val="bg2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endParaRPr lang="ko-KR" altLang="en-US"/>
                    </a:p>
                  </a:txBody>
                  <a:tcPr marL="8792" marR="8792" marT="8792" marB="0" anchor="ctr">
                    <a:lnL w="6350" cap="flat" cmpd="sng" algn="ctr">
                      <a:solidFill>
                        <a:schemeClr val="bg2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chemeClr val="bg2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chemeClr val="bg2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endParaRPr lang="ko-KR" altLang="en-US"/>
                    </a:p>
                  </a:txBody>
                  <a:tcPr marL="8792" marR="8792" marT="8792" marB="0" anchor="ctr">
                    <a:lnL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chemeClr val="bg2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chemeClr val="bg2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chemeClr val="bg2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endParaRPr lang="ko-KR" altLang="en-US"/>
                    </a:p>
                  </a:txBody>
                  <a:tcPr marL="8792" marR="8792" marT="8792" marB="0" anchor="ctr">
                    <a:lnL w="6350" cap="flat" cmpd="sng" algn="ctr">
                      <a:solidFill>
                        <a:schemeClr val="bg2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chemeClr val="bg2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chemeClr val="bg2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chemeClr val="bg2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endParaRPr lang="ko-KR" altLang="en-US"/>
                    </a:p>
                  </a:txBody>
                  <a:tcPr marL="8792" marR="8792" marT="8792" marB="0" anchor="ctr">
                    <a:lnL w="6350" cap="flat" cmpd="sng" algn="ctr">
                      <a:solidFill>
                        <a:schemeClr val="bg2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chemeClr val="bg2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chemeClr val="bg2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chemeClr val="bg2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r" rtl="0" fontAlgn="ctr"/>
                      <a:r>
                        <a:rPr lang="en-US" altLang="ko-KR" sz="700" b="0" i="0" u="none" strike="noStrike">
                          <a:solidFill>
                            <a:srgbClr val="000000"/>
                          </a:solidFill>
                          <a:effectLst/>
                          <a:latin typeface="대명체 보통" panose="020B0600000101010101" pitchFamily="50" charset="-127"/>
                          <a:ea typeface="대명체 보통" panose="020B0600000101010101" pitchFamily="50" charset="-127"/>
                        </a:rPr>
                        <a:t>15,704</a:t>
                      </a:r>
                    </a:p>
                  </a:txBody>
                  <a:tcPr marL="8792" marR="8792" marT="8792" marB="0" anchor="ctr">
                    <a:lnL w="6350" cap="flat" cmpd="sng" algn="ctr">
                      <a:solidFill>
                        <a:schemeClr val="bg2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chemeClr val="bg2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chemeClr val="bg2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r" fontAlgn="ctr"/>
                      <a:r>
                        <a:rPr lang="en-US" altLang="ko-KR" sz="700" b="0" i="0" u="none" strike="noStrike">
                          <a:solidFill>
                            <a:srgbClr val="000000"/>
                          </a:solidFill>
                          <a:effectLst/>
                          <a:latin typeface="대명체 보통" panose="020B0600000101010101" pitchFamily="50" charset="-127"/>
                          <a:ea typeface="대명체 보통" panose="020B0600000101010101" pitchFamily="50" charset="-127"/>
                        </a:rPr>
                        <a:t>6%</a:t>
                      </a:r>
                    </a:p>
                  </a:txBody>
                  <a:tcPr marL="8792" marR="8792" marT="8792" marB="0" anchor="ctr">
                    <a:lnL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chemeClr val="bg2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chemeClr val="bg2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chemeClr val="bg2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endParaRPr lang="ko-KR" altLang="en-US"/>
                    </a:p>
                  </a:txBody>
                  <a:tcPr marL="8792" marR="8792" marT="8792" marB="0" anchor="ctr">
                    <a:lnL w="6350" cap="flat" cmpd="sng" algn="ctr">
                      <a:solidFill>
                        <a:schemeClr val="bg2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chemeClr val="bg2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chemeClr val="bg2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chemeClr val="bg2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endParaRPr lang="ko-KR" altLang="en-US"/>
                    </a:p>
                  </a:txBody>
                  <a:tcPr marL="8792" marR="8792" marT="8792" marB="0" anchor="ctr">
                    <a:lnL w="6350" cap="flat" cmpd="sng" algn="ctr">
                      <a:solidFill>
                        <a:schemeClr val="bg2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>
                      <a:noFill/>
                    </a:lnR>
                    <a:lnT w="6350" cap="flat" cmpd="sng" algn="ctr">
                      <a:solidFill>
                        <a:schemeClr val="bg2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chemeClr val="bg2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extLst>
                  <a:ext uri="{0D108BD9-81ED-4DB2-BD59-A6C34878D82A}">
                    <a16:rowId xmlns:a16="http://schemas.microsoft.com/office/drawing/2014/main" val="4205712736"/>
                  </a:ext>
                </a:extLst>
              </a:tr>
              <a:tr h="282462">
                <a:tc>
                  <a:txBody>
                    <a:bodyPr/>
                    <a:lstStyle/>
                    <a:p>
                      <a:pPr algn="l" rtl="0" fontAlgn="ctr"/>
                      <a:r>
                        <a:rPr lang="ko-KR" altLang="en-US" sz="800" b="0" i="0" u="none" strike="noStrike" dirty="0">
                          <a:ln>
                            <a:solidFill>
                              <a:schemeClr val="accent1">
                                <a:alpha val="0"/>
                              </a:schemeClr>
                            </a:solidFill>
                          </a:ln>
                          <a:solidFill>
                            <a:schemeClr val="tx1">
                              <a:lumMod val="95000"/>
                              <a:lumOff val="5000"/>
                            </a:schemeClr>
                          </a:solidFill>
                          <a:effectLst/>
                          <a:latin typeface="대명체 보통" panose="020B0600000101010101" pitchFamily="50" charset="-127"/>
                          <a:ea typeface="대명체 보통" panose="020B0600000101010101" pitchFamily="50" charset="-127"/>
                        </a:rPr>
                        <a:t>　</a:t>
                      </a:r>
                    </a:p>
                  </a:txBody>
                  <a:tcPr marL="66462" marR="33231" marT="7036" marB="0" anchor="ctr">
                    <a:lnL>
                      <a:noFill/>
                    </a:lnL>
                    <a:lnR w="6350" cap="flat" cmpd="sng" algn="ctr">
                      <a:solidFill>
                        <a:schemeClr val="bg2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l" rtl="0" fontAlgn="ctr"/>
                      <a:r>
                        <a:rPr lang="ko-KR" altLang="en-US" sz="800" b="0" i="0" u="none" strike="noStrike" dirty="0" err="1" smtClean="0">
                          <a:ln>
                            <a:solidFill>
                              <a:schemeClr val="accent1">
                                <a:alpha val="0"/>
                              </a:schemeClr>
                            </a:solidFill>
                          </a:ln>
                          <a:solidFill>
                            <a:schemeClr val="tx1">
                              <a:lumMod val="95000"/>
                              <a:lumOff val="5000"/>
                            </a:schemeClr>
                          </a:solidFill>
                          <a:effectLst/>
                          <a:latin typeface="대명체 보통" panose="020B0600000101010101" pitchFamily="50" charset="-127"/>
                          <a:ea typeface="대명체 보통" panose="020B0600000101010101" pitchFamily="50" charset="-127"/>
                        </a:rPr>
                        <a:t>자사몰</a:t>
                      </a:r>
                      <a:endParaRPr lang="en-US" sz="800" b="0" i="0" u="none" strike="noStrike" dirty="0">
                        <a:ln>
                          <a:solidFill>
                            <a:schemeClr val="accent1">
                              <a:alpha val="0"/>
                            </a:schemeClr>
                          </a:solidFill>
                        </a:ln>
                        <a:solidFill>
                          <a:schemeClr val="tx1">
                            <a:lumMod val="95000"/>
                            <a:lumOff val="5000"/>
                          </a:schemeClr>
                        </a:solidFill>
                        <a:effectLst/>
                        <a:latin typeface="대명체 보통" panose="020B0600000101010101" pitchFamily="50" charset="-127"/>
                        <a:ea typeface="대명체 보통" panose="020B0600000101010101" pitchFamily="50" charset="-127"/>
                      </a:endParaRPr>
                    </a:p>
                  </a:txBody>
                  <a:tcPr marL="66462" marR="33231" marT="7036" marB="0" anchor="ctr">
                    <a:lnL w="6350" cap="flat" cmpd="sng" algn="ctr">
                      <a:solidFill>
                        <a:schemeClr val="bg2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chemeClr val="bg2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chemeClr val="bg2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r" rtl="0" fontAlgn="ctr"/>
                      <a:r>
                        <a:rPr lang="en-US" altLang="ko-KR" sz="700" b="0" i="0" u="none" strike="noStrike">
                          <a:solidFill>
                            <a:srgbClr val="000000"/>
                          </a:solidFill>
                          <a:effectLst/>
                          <a:latin typeface="대명체 보통" panose="020B0600000101010101" pitchFamily="50" charset="-127"/>
                          <a:ea typeface="대명체 보통" panose="020B0600000101010101" pitchFamily="50" charset="-127"/>
                        </a:rPr>
                        <a:t>3,675</a:t>
                      </a:r>
                    </a:p>
                  </a:txBody>
                  <a:tcPr marL="8792" marR="8792" marT="8792" marB="0" anchor="ctr">
                    <a:lnL w="6350" cap="flat" cmpd="sng" algn="ctr">
                      <a:solidFill>
                        <a:schemeClr val="bg2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chemeClr val="bg2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r" fontAlgn="ctr"/>
                      <a:r>
                        <a:rPr lang="en-US" altLang="ko-KR" sz="700" b="0" i="0" u="none" strike="noStrike" kern="1200">
                          <a:solidFill>
                            <a:srgbClr val="000000"/>
                          </a:solidFill>
                          <a:effectLst/>
                          <a:latin typeface="대명체 보통" panose="020B0600000101010101" pitchFamily="50" charset="-127"/>
                          <a:ea typeface="대명체 보통" panose="020B0600000101010101" pitchFamily="50" charset="-127"/>
                          <a:cs typeface="+mn-cs"/>
                        </a:rPr>
                        <a:t>5%</a:t>
                      </a:r>
                    </a:p>
                  </a:txBody>
                  <a:tcPr marL="8792" marR="8792" marT="8792" marB="0" anchor="ctr">
                    <a:lnL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chemeClr val="bg2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chemeClr val="bg2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endParaRPr lang="ko-KR" altLang="en-US"/>
                    </a:p>
                  </a:txBody>
                  <a:tcPr marL="8792" marR="8792" marT="8792" marB="0" anchor="ctr">
                    <a:lnL w="6350" cap="flat" cmpd="sng" algn="ctr">
                      <a:solidFill>
                        <a:schemeClr val="bg2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chemeClr val="bg2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endParaRPr lang="ko-KR" altLang="en-US"/>
                    </a:p>
                  </a:txBody>
                  <a:tcPr marL="8792" marR="8792" marT="8792" marB="0" anchor="ctr">
                    <a:lnL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chemeClr val="bg2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chemeClr val="bg2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endParaRPr lang="ko-KR" altLang="en-US"/>
                    </a:p>
                  </a:txBody>
                  <a:tcPr marL="8792" marR="8792" marT="8792" marB="0" anchor="ctr">
                    <a:lnL w="6350" cap="flat" cmpd="sng" algn="ctr">
                      <a:solidFill>
                        <a:schemeClr val="bg2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chemeClr val="bg2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chemeClr val="bg2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endParaRPr lang="ko-KR" altLang="en-US"/>
                    </a:p>
                  </a:txBody>
                  <a:tcPr marL="8792" marR="8792" marT="8792" marB="0" anchor="ctr">
                    <a:lnL w="6350" cap="flat" cmpd="sng" algn="ctr">
                      <a:solidFill>
                        <a:schemeClr val="bg2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chemeClr val="bg2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chemeClr val="bg2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r" rtl="0" fontAlgn="ctr"/>
                      <a:r>
                        <a:rPr lang="en-US" altLang="ko-KR" sz="700" b="0" i="0" u="none" strike="noStrike">
                          <a:solidFill>
                            <a:srgbClr val="000000"/>
                          </a:solidFill>
                          <a:effectLst/>
                          <a:latin typeface="대명체 보통" panose="020B0600000101010101" pitchFamily="50" charset="-127"/>
                          <a:ea typeface="대명체 보통" panose="020B0600000101010101" pitchFamily="50" charset="-127"/>
                        </a:rPr>
                        <a:t>2,835</a:t>
                      </a:r>
                    </a:p>
                  </a:txBody>
                  <a:tcPr marL="8792" marR="8792" marT="8792" marB="0" anchor="ctr">
                    <a:lnL w="6350" cap="flat" cmpd="sng" algn="ctr">
                      <a:solidFill>
                        <a:schemeClr val="bg2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chemeClr val="bg2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r" fontAlgn="ctr"/>
                      <a:r>
                        <a:rPr lang="en-US" altLang="ko-KR" sz="700" b="0" i="0" u="none" strike="noStrike">
                          <a:solidFill>
                            <a:srgbClr val="000000"/>
                          </a:solidFill>
                          <a:effectLst/>
                          <a:latin typeface="대명체 보통" panose="020B0600000101010101" pitchFamily="50" charset="-127"/>
                          <a:ea typeface="대명체 보통" panose="020B0600000101010101" pitchFamily="50" charset="-127"/>
                        </a:rPr>
                        <a:t>5%</a:t>
                      </a:r>
                    </a:p>
                  </a:txBody>
                  <a:tcPr marL="8792" marR="8792" marT="8792" marB="0" anchor="ctr">
                    <a:lnL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chemeClr val="bg2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chemeClr val="bg2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endParaRPr lang="ko-KR" altLang="en-US"/>
                    </a:p>
                  </a:txBody>
                  <a:tcPr marL="8792" marR="8792" marT="8792" marB="0" anchor="ctr">
                    <a:lnL w="6350" cap="flat" cmpd="sng" algn="ctr">
                      <a:solidFill>
                        <a:schemeClr val="bg2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chemeClr val="bg2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chemeClr val="bg2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endParaRPr lang="ko-KR" altLang="en-US"/>
                    </a:p>
                  </a:txBody>
                  <a:tcPr marL="8792" marR="8792" marT="8792" marB="0" anchor="ctr">
                    <a:lnL w="6350" cap="flat" cmpd="sng" algn="ctr">
                      <a:solidFill>
                        <a:schemeClr val="bg2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chemeClr val="bg2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r"/>
                      <a:endParaRPr lang="ko-KR" altLang="en-US" sz="700">
                        <a:latin typeface="대명체 보통" panose="020B0600000101010101" pitchFamily="50" charset="-127"/>
                        <a:ea typeface="대명체 보통" panose="020B0600000101010101" pitchFamily="50" charset="-127"/>
                      </a:endParaRPr>
                    </a:p>
                  </a:txBody>
                  <a:tcPr marL="8792" marR="8792" marT="8792" marB="0" anchor="ctr">
                    <a:lnL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</a:tcPr>
                </a:tc>
                <a:tc>
                  <a:txBody>
                    <a:bodyPr/>
                    <a:lstStyle/>
                    <a:p>
                      <a:pPr algn="r" rtl="0" fontAlgn="ctr"/>
                      <a:r>
                        <a:rPr lang="en-US" altLang="ko-KR" sz="700" b="0" i="0" u="none" strike="noStrike">
                          <a:solidFill>
                            <a:srgbClr val="000000"/>
                          </a:solidFill>
                          <a:effectLst/>
                          <a:latin typeface="대명체 보통" panose="020B0600000101010101" pitchFamily="50" charset="-127"/>
                          <a:ea typeface="대명체 보통" panose="020B0600000101010101" pitchFamily="50" charset="-127"/>
                        </a:rPr>
                        <a:t>17,708</a:t>
                      </a:r>
                    </a:p>
                  </a:txBody>
                  <a:tcPr marL="8792" marR="8792" marT="8792" marB="0" anchor="ctr">
                    <a:lnL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chemeClr val="bg2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r" fontAlgn="ctr"/>
                      <a:r>
                        <a:rPr lang="en-US" altLang="ko-KR" sz="700" b="0" i="0" u="none" strike="noStrike">
                          <a:solidFill>
                            <a:srgbClr val="000000"/>
                          </a:solidFill>
                          <a:effectLst/>
                          <a:latin typeface="대명체 보통" panose="020B0600000101010101" pitchFamily="50" charset="-127"/>
                          <a:ea typeface="대명체 보통" panose="020B0600000101010101" pitchFamily="50" charset="-127"/>
                        </a:rPr>
                        <a:t>5%</a:t>
                      </a:r>
                    </a:p>
                  </a:txBody>
                  <a:tcPr marL="8792" marR="8792" marT="8792" marB="0" anchor="ctr">
                    <a:lnL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chemeClr val="bg2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chemeClr val="bg2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endParaRPr lang="ko-KR" altLang="en-US"/>
                    </a:p>
                  </a:txBody>
                  <a:tcPr marL="8792" marR="8792" marT="8792" marB="0" anchor="ctr">
                    <a:lnL w="6350" cap="flat" cmpd="sng" algn="ctr">
                      <a:solidFill>
                        <a:schemeClr val="bg2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chemeClr val="bg2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endParaRPr lang="ko-KR" altLang="en-US"/>
                    </a:p>
                  </a:txBody>
                  <a:tcPr marL="8792" marR="8792" marT="8792" marB="0" anchor="ctr">
                    <a:lnL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chemeClr val="bg2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chemeClr val="bg2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endParaRPr lang="ko-KR" altLang="en-US"/>
                    </a:p>
                  </a:txBody>
                  <a:tcPr marL="8792" marR="8792" marT="8792" marB="0" anchor="ctr">
                    <a:lnL w="6350" cap="flat" cmpd="sng" algn="ctr">
                      <a:solidFill>
                        <a:schemeClr val="bg2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chemeClr val="bg2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chemeClr val="bg2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endParaRPr lang="ko-KR" altLang="en-US"/>
                    </a:p>
                  </a:txBody>
                  <a:tcPr marL="8792" marR="8792" marT="8792" marB="0" anchor="ctr">
                    <a:lnL w="6350" cap="flat" cmpd="sng" algn="ctr">
                      <a:solidFill>
                        <a:schemeClr val="bg2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chemeClr val="bg2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chemeClr val="bg2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r" rtl="0" fontAlgn="ctr"/>
                      <a:r>
                        <a:rPr lang="en-US" altLang="ko-KR" sz="700" b="0" i="0" u="none" strike="noStrike">
                          <a:solidFill>
                            <a:srgbClr val="000000"/>
                          </a:solidFill>
                          <a:effectLst/>
                          <a:latin typeface="대명체 보통" panose="020B0600000101010101" pitchFamily="50" charset="-127"/>
                          <a:ea typeface="대명체 보통" panose="020B0600000101010101" pitchFamily="50" charset="-127"/>
                        </a:rPr>
                        <a:t>13,812</a:t>
                      </a:r>
                    </a:p>
                  </a:txBody>
                  <a:tcPr marL="8792" marR="8792" marT="8792" marB="0" anchor="ctr">
                    <a:lnL w="6350" cap="flat" cmpd="sng" algn="ctr">
                      <a:solidFill>
                        <a:schemeClr val="bg2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chemeClr val="bg2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r" fontAlgn="ctr"/>
                      <a:r>
                        <a:rPr lang="en-US" altLang="ko-KR" sz="700" b="0" i="0" u="none" strike="noStrike">
                          <a:solidFill>
                            <a:srgbClr val="000000"/>
                          </a:solidFill>
                          <a:effectLst/>
                          <a:latin typeface="대명체 보통" panose="020B0600000101010101" pitchFamily="50" charset="-127"/>
                          <a:ea typeface="대명체 보통" panose="020B0600000101010101" pitchFamily="50" charset="-127"/>
                        </a:rPr>
                        <a:t>5%</a:t>
                      </a:r>
                    </a:p>
                  </a:txBody>
                  <a:tcPr marL="8792" marR="8792" marT="8792" marB="0" anchor="ctr">
                    <a:lnL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chemeClr val="bg2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chemeClr val="bg2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endParaRPr lang="ko-KR" altLang="en-US"/>
                    </a:p>
                  </a:txBody>
                  <a:tcPr marL="8792" marR="8792" marT="8792" marB="0" anchor="ctr">
                    <a:lnL w="6350" cap="flat" cmpd="sng" algn="ctr">
                      <a:solidFill>
                        <a:schemeClr val="bg2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chemeClr val="bg2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chemeClr val="bg2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endParaRPr lang="ko-KR" altLang="en-US"/>
                    </a:p>
                  </a:txBody>
                  <a:tcPr marL="8792" marR="8792" marT="8792" marB="0" anchor="ctr">
                    <a:lnL w="6350" cap="flat" cmpd="sng" algn="ctr">
                      <a:solidFill>
                        <a:schemeClr val="bg2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>
                      <a:noFill/>
                    </a:lnR>
                    <a:lnT w="6350" cap="flat" cmpd="sng" algn="ctr">
                      <a:solidFill>
                        <a:schemeClr val="bg2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extLst>
                  <a:ext uri="{0D108BD9-81ED-4DB2-BD59-A6C34878D82A}">
                    <a16:rowId xmlns:a16="http://schemas.microsoft.com/office/drawing/2014/main" val="1856704435"/>
                  </a:ext>
                </a:extLst>
              </a:tr>
              <a:tr h="282462">
                <a:tc>
                  <a:txBody>
                    <a:bodyPr/>
                    <a:lstStyle/>
                    <a:p>
                      <a:pPr algn="l" rtl="0" fontAlgn="ctr"/>
                      <a:endParaRPr lang="ko-KR" altLang="en-US" sz="800" b="0" i="0" u="none" strike="noStrike" dirty="0">
                        <a:ln>
                          <a:solidFill>
                            <a:schemeClr val="accent1">
                              <a:alpha val="0"/>
                            </a:schemeClr>
                          </a:solidFill>
                        </a:ln>
                        <a:solidFill>
                          <a:schemeClr val="tx1">
                            <a:lumMod val="95000"/>
                            <a:lumOff val="5000"/>
                          </a:schemeClr>
                        </a:solidFill>
                        <a:effectLst/>
                        <a:latin typeface="대명체 보통" panose="020B0600000101010101" pitchFamily="50" charset="-127"/>
                        <a:ea typeface="대명체 보통" panose="020B0600000101010101" pitchFamily="50" charset="-127"/>
                      </a:endParaRPr>
                    </a:p>
                  </a:txBody>
                  <a:tcPr marL="66462" marR="33231" marT="7036" marB="0" anchor="ctr">
                    <a:lnL>
                      <a:noFill/>
                    </a:lnL>
                    <a:lnR w="6350" cap="flat" cmpd="sng" algn="ctr">
                      <a:solidFill>
                        <a:schemeClr val="bg2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chemeClr val="bg2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l" rtl="0" fontAlgn="ctr"/>
                      <a:r>
                        <a:rPr lang="ko-KR" altLang="en-US" sz="800" b="0" i="0" u="none" strike="noStrike" dirty="0" smtClean="0">
                          <a:ln>
                            <a:solidFill>
                              <a:schemeClr val="accent1">
                                <a:alpha val="0"/>
                              </a:schemeClr>
                            </a:solidFill>
                          </a:ln>
                          <a:solidFill>
                            <a:schemeClr val="tx1">
                              <a:lumMod val="95000"/>
                              <a:lumOff val="5000"/>
                            </a:schemeClr>
                          </a:solidFill>
                          <a:effectLst/>
                          <a:latin typeface="대명체 보통" panose="020B0600000101010101" pitchFamily="50" charset="-127"/>
                          <a:ea typeface="대명체 보통" panose="020B0600000101010101" pitchFamily="50" charset="-127"/>
                        </a:rPr>
                        <a:t>제휴</a:t>
                      </a:r>
                      <a:endParaRPr lang="en-US" sz="800" b="0" i="0" u="none" strike="noStrike" dirty="0">
                        <a:ln>
                          <a:solidFill>
                            <a:schemeClr val="accent1">
                              <a:alpha val="0"/>
                            </a:schemeClr>
                          </a:solidFill>
                        </a:ln>
                        <a:solidFill>
                          <a:schemeClr val="tx1">
                            <a:lumMod val="95000"/>
                            <a:lumOff val="5000"/>
                          </a:schemeClr>
                        </a:solidFill>
                        <a:effectLst/>
                        <a:latin typeface="대명체 보통" panose="020B0600000101010101" pitchFamily="50" charset="-127"/>
                        <a:ea typeface="대명체 보통" panose="020B0600000101010101" pitchFamily="50" charset="-127"/>
                      </a:endParaRPr>
                    </a:p>
                  </a:txBody>
                  <a:tcPr marL="66462" marR="33231" marT="7036" marB="0" anchor="ctr">
                    <a:lnL w="6350" cap="flat" cmpd="sng" algn="ctr">
                      <a:solidFill>
                        <a:schemeClr val="bg2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chemeClr val="bg2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chemeClr val="bg2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r" rtl="0" fontAlgn="ctr"/>
                      <a:r>
                        <a:rPr lang="en-US" altLang="ko-KR" sz="700" b="0" i="0" u="none" strike="noStrike" dirty="0">
                          <a:solidFill>
                            <a:srgbClr val="000000"/>
                          </a:solidFill>
                          <a:effectLst/>
                          <a:latin typeface="대명체 보통" panose="020B0600000101010101" pitchFamily="50" charset="-127"/>
                          <a:ea typeface="대명체 보통" panose="020B0600000101010101" pitchFamily="50" charset="-127"/>
                        </a:rPr>
                        <a:t>474</a:t>
                      </a:r>
                    </a:p>
                  </a:txBody>
                  <a:tcPr marL="8792" marR="8792" marT="8792" marB="0" anchor="ctr">
                    <a:lnL w="6350" cap="flat" cmpd="sng" algn="ctr">
                      <a:solidFill>
                        <a:schemeClr val="bg2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chemeClr val="bg2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r" fontAlgn="ctr"/>
                      <a:r>
                        <a:rPr lang="en-US" altLang="ko-KR" sz="700" b="0" i="0" u="none" strike="noStrike" kern="1200" dirty="0">
                          <a:solidFill>
                            <a:srgbClr val="000000"/>
                          </a:solidFill>
                          <a:effectLst/>
                          <a:latin typeface="대명체 보통" panose="020B0600000101010101" pitchFamily="50" charset="-127"/>
                          <a:ea typeface="대명체 보통" panose="020B0600000101010101" pitchFamily="50" charset="-127"/>
                          <a:cs typeface="+mn-cs"/>
                        </a:rPr>
                        <a:t>1%</a:t>
                      </a:r>
                    </a:p>
                  </a:txBody>
                  <a:tcPr marL="8792" marR="8792" marT="8792" marB="0" anchor="ctr">
                    <a:lnL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chemeClr val="bg2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chemeClr val="bg2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endParaRPr lang="ko-KR" altLang="en-US"/>
                    </a:p>
                  </a:txBody>
                  <a:tcPr marL="8792" marR="8792" marT="8792" marB="0" anchor="ctr">
                    <a:lnL w="6350" cap="flat" cmpd="sng" algn="ctr">
                      <a:solidFill>
                        <a:schemeClr val="bg2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chemeClr val="bg2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endParaRPr lang="ko-KR" altLang="en-US"/>
                    </a:p>
                  </a:txBody>
                  <a:tcPr marL="8792" marR="8792" marT="8792" marB="0" anchor="ctr">
                    <a:lnL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chemeClr val="bg2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chemeClr val="bg2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endParaRPr lang="ko-KR" altLang="en-US"/>
                    </a:p>
                  </a:txBody>
                  <a:tcPr marL="8792" marR="8792" marT="8792" marB="0" anchor="ctr">
                    <a:lnL w="6350" cap="flat" cmpd="sng" algn="ctr">
                      <a:solidFill>
                        <a:schemeClr val="bg2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chemeClr val="bg2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chemeClr val="bg2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endParaRPr lang="ko-KR" altLang="en-US"/>
                    </a:p>
                  </a:txBody>
                  <a:tcPr marL="8792" marR="8792" marT="8792" marB="0" anchor="ctr">
                    <a:lnL w="6350" cap="flat" cmpd="sng" algn="ctr">
                      <a:solidFill>
                        <a:schemeClr val="bg2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chemeClr val="bg2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chemeClr val="bg2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r" rtl="0" fontAlgn="ctr"/>
                      <a:r>
                        <a:rPr lang="en-US" altLang="ko-KR" sz="700" b="0" i="0" u="none" strike="noStrike">
                          <a:solidFill>
                            <a:srgbClr val="000000"/>
                          </a:solidFill>
                          <a:effectLst/>
                          <a:latin typeface="대명체 보통" panose="020B0600000101010101" pitchFamily="50" charset="-127"/>
                          <a:ea typeface="대명체 보통" panose="020B0600000101010101" pitchFamily="50" charset="-127"/>
                        </a:rPr>
                        <a:t>162</a:t>
                      </a:r>
                    </a:p>
                  </a:txBody>
                  <a:tcPr marL="8792" marR="8792" marT="8792" marB="0" anchor="ctr">
                    <a:lnL w="6350" cap="flat" cmpd="sng" algn="ctr">
                      <a:solidFill>
                        <a:schemeClr val="bg2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chemeClr val="bg2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r" fontAlgn="ctr"/>
                      <a:r>
                        <a:rPr lang="en-US" altLang="ko-KR" sz="700" b="0" i="0" u="none" strike="noStrike">
                          <a:solidFill>
                            <a:srgbClr val="000000"/>
                          </a:solidFill>
                          <a:effectLst/>
                          <a:latin typeface="대명체 보통" panose="020B0600000101010101" pitchFamily="50" charset="-127"/>
                          <a:ea typeface="대명체 보통" panose="020B0600000101010101" pitchFamily="50" charset="-127"/>
                        </a:rPr>
                        <a:t>0%</a:t>
                      </a:r>
                    </a:p>
                  </a:txBody>
                  <a:tcPr marL="8792" marR="8792" marT="8792" marB="0" anchor="ctr">
                    <a:lnL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chemeClr val="bg2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chemeClr val="bg2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endParaRPr lang="ko-KR" altLang="en-US"/>
                    </a:p>
                  </a:txBody>
                  <a:tcPr marL="8792" marR="8792" marT="8792" marB="0" anchor="ctr">
                    <a:lnL w="6350" cap="flat" cmpd="sng" algn="ctr">
                      <a:solidFill>
                        <a:schemeClr val="bg2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chemeClr val="bg2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chemeClr val="bg2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endParaRPr lang="ko-KR" altLang="en-US"/>
                    </a:p>
                  </a:txBody>
                  <a:tcPr marL="8792" marR="8792" marT="8792" marB="0" anchor="ctr">
                    <a:lnL w="6350" cap="flat" cmpd="sng" algn="ctr">
                      <a:solidFill>
                        <a:schemeClr val="bg2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chemeClr val="bg2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r" fontAlgn="ctr"/>
                      <a:endParaRPr lang="ko-KR" altLang="en-US" sz="700" b="0" i="0" u="none" strike="noStrike">
                        <a:solidFill>
                          <a:srgbClr val="000000"/>
                        </a:solidFill>
                        <a:effectLst/>
                        <a:latin typeface="대명체 보통" panose="020B0600000101010101" pitchFamily="50" charset="-127"/>
                        <a:ea typeface="대명체 보통" panose="020B0600000101010101" pitchFamily="50" charset="-127"/>
                      </a:endParaRPr>
                    </a:p>
                  </a:txBody>
                  <a:tcPr marL="8792" marR="8792" marT="8792" marB="0" anchor="ctr">
                    <a:lnL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</a:tcPr>
                </a:tc>
                <a:tc>
                  <a:txBody>
                    <a:bodyPr/>
                    <a:lstStyle/>
                    <a:p>
                      <a:pPr algn="r" rtl="0" fontAlgn="ctr"/>
                      <a:r>
                        <a:rPr lang="en-US" altLang="ko-KR" sz="700" b="0" i="0" u="none" strike="noStrike">
                          <a:solidFill>
                            <a:srgbClr val="000000"/>
                          </a:solidFill>
                          <a:effectLst/>
                          <a:latin typeface="대명체 보통" panose="020B0600000101010101" pitchFamily="50" charset="-127"/>
                          <a:ea typeface="대명체 보통" panose="020B0600000101010101" pitchFamily="50" charset="-127"/>
                        </a:rPr>
                        <a:t>2,971</a:t>
                      </a:r>
                    </a:p>
                  </a:txBody>
                  <a:tcPr marL="8792" marR="8792" marT="8792" marB="0" anchor="ctr">
                    <a:lnL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chemeClr val="bg2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r" fontAlgn="ctr"/>
                      <a:r>
                        <a:rPr lang="en-US" altLang="ko-KR" sz="700" b="0" i="0" u="none" strike="noStrike" dirty="0">
                          <a:solidFill>
                            <a:srgbClr val="000000"/>
                          </a:solidFill>
                          <a:effectLst/>
                          <a:latin typeface="대명체 보통" panose="020B0600000101010101" pitchFamily="50" charset="-127"/>
                          <a:ea typeface="대명체 보통" panose="020B0600000101010101" pitchFamily="50" charset="-127"/>
                        </a:rPr>
                        <a:t>1%</a:t>
                      </a:r>
                    </a:p>
                  </a:txBody>
                  <a:tcPr marL="8792" marR="8792" marT="8792" marB="0" anchor="ctr">
                    <a:lnL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chemeClr val="bg2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chemeClr val="bg2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endParaRPr lang="ko-KR" altLang="en-US" dirty="0"/>
                    </a:p>
                  </a:txBody>
                  <a:tcPr marL="8792" marR="8792" marT="8792" marB="0" anchor="ctr">
                    <a:lnL w="6350" cap="flat" cmpd="sng" algn="ctr">
                      <a:solidFill>
                        <a:schemeClr val="bg2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chemeClr val="bg2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endParaRPr lang="ko-KR" altLang="en-US" dirty="0"/>
                    </a:p>
                  </a:txBody>
                  <a:tcPr marL="8792" marR="8792" marT="8792" marB="0" anchor="ctr">
                    <a:lnL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chemeClr val="bg2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chemeClr val="bg2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endParaRPr lang="ko-KR" altLang="en-US" dirty="0"/>
                    </a:p>
                  </a:txBody>
                  <a:tcPr marL="8792" marR="8792" marT="8792" marB="0" anchor="ctr">
                    <a:lnL w="6350" cap="flat" cmpd="sng" algn="ctr">
                      <a:solidFill>
                        <a:schemeClr val="bg2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chemeClr val="bg2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chemeClr val="bg2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endParaRPr lang="ko-KR" altLang="en-US" dirty="0"/>
                    </a:p>
                  </a:txBody>
                  <a:tcPr marL="8792" marR="8792" marT="8792" marB="0" anchor="ctr">
                    <a:lnL w="6350" cap="flat" cmpd="sng" algn="ctr">
                      <a:solidFill>
                        <a:schemeClr val="bg2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chemeClr val="bg2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chemeClr val="bg2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r" rtl="0" fontAlgn="ctr"/>
                      <a:r>
                        <a:rPr lang="en-US" altLang="ko-KR" sz="700" b="0" i="0" u="none" strike="noStrike">
                          <a:solidFill>
                            <a:srgbClr val="000000"/>
                          </a:solidFill>
                          <a:effectLst/>
                          <a:latin typeface="대명체 보통" panose="020B0600000101010101" pitchFamily="50" charset="-127"/>
                          <a:ea typeface="대명체 보통" panose="020B0600000101010101" pitchFamily="50" charset="-127"/>
                        </a:rPr>
                        <a:t>1,892</a:t>
                      </a:r>
                    </a:p>
                  </a:txBody>
                  <a:tcPr marL="8792" marR="8792" marT="8792" marB="0" anchor="ctr">
                    <a:lnL w="6350" cap="flat" cmpd="sng" algn="ctr">
                      <a:solidFill>
                        <a:schemeClr val="bg2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chemeClr val="bg2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r" fontAlgn="ctr"/>
                      <a:r>
                        <a:rPr lang="en-US" altLang="ko-KR" sz="700" b="0" i="0" u="none" strike="noStrike">
                          <a:solidFill>
                            <a:srgbClr val="000000"/>
                          </a:solidFill>
                          <a:effectLst/>
                          <a:latin typeface="대명체 보통" panose="020B0600000101010101" pitchFamily="50" charset="-127"/>
                          <a:ea typeface="대명체 보통" panose="020B0600000101010101" pitchFamily="50" charset="-127"/>
                        </a:rPr>
                        <a:t>1%</a:t>
                      </a:r>
                    </a:p>
                  </a:txBody>
                  <a:tcPr marL="8792" marR="8792" marT="8792" marB="0" anchor="ctr">
                    <a:lnL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chemeClr val="bg2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chemeClr val="bg2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endParaRPr lang="ko-KR" altLang="en-US" dirty="0"/>
                    </a:p>
                  </a:txBody>
                  <a:tcPr marL="8792" marR="8792" marT="8792" marB="0" anchor="ctr">
                    <a:lnL w="6350" cap="flat" cmpd="sng" algn="ctr">
                      <a:solidFill>
                        <a:schemeClr val="bg2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chemeClr val="bg2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chemeClr val="bg2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endParaRPr lang="ko-KR" altLang="en-US"/>
                    </a:p>
                  </a:txBody>
                  <a:tcPr marL="8792" marR="8792" marT="8792" marB="0" anchor="ctr">
                    <a:lnL w="6350" cap="flat" cmpd="sng" algn="ctr">
                      <a:solidFill>
                        <a:schemeClr val="bg2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>
                      <a:noFill/>
                    </a:lnR>
                    <a:lnT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chemeClr val="bg2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extLst>
                  <a:ext uri="{0D108BD9-81ED-4DB2-BD59-A6C34878D82A}">
                    <a16:rowId xmlns:a16="http://schemas.microsoft.com/office/drawing/2014/main" val="2284314529"/>
                  </a:ext>
                </a:extLst>
              </a:tr>
              <a:tr h="282462">
                <a:tc gridSpan="2">
                  <a:txBody>
                    <a:bodyPr/>
                    <a:lstStyle/>
                    <a:p>
                      <a:pPr algn="l" rtl="0" fontAlgn="ctr"/>
                      <a:r>
                        <a:rPr lang="en-US" altLang="ko-KR" sz="800" b="0" i="0" u="none" strike="noStrike" dirty="0" smtClean="0">
                          <a:ln>
                            <a:solidFill>
                              <a:schemeClr val="accent1">
                                <a:alpha val="0"/>
                              </a:schemeClr>
                            </a:solidFill>
                          </a:ln>
                          <a:solidFill>
                            <a:schemeClr val="tx1">
                              <a:lumMod val="95000"/>
                              <a:lumOff val="5000"/>
                            </a:schemeClr>
                          </a:solidFill>
                          <a:effectLst/>
                          <a:latin typeface="대명체 보통" panose="020B0600000101010101" pitchFamily="50" charset="-127"/>
                          <a:ea typeface="대명체 보통" panose="020B0600000101010101" pitchFamily="50" charset="-127"/>
                        </a:rPr>
                        <a:t>GS</a:t>
                      </a:r>
                      <a:endParaRPr lang="ko-KR" altLang="en-US" sz="800" b="0" i="0" u="none" strike="noStrike" dirty="0">
                        <a:ln>
                          <a:solidFill>
                            <a:schemeClr val="accent1">
                              <a:alpha val="0"/>
                            </a:schemeClr>
                          </a:solidFill>
                        </a:ln>
                        <a:solidFill>
                          <a:schemeClr val="tx1">
                            <a:lumMod val="95000"/>
                            <a:lumOff val="5000"/>
                          </a:schemeClr>
                        </a:solidFill>
                        <a:effectLst/>
                        <a:latin typeface="대명체 보통" panose="020B0600000101010101" pitchFamily="50" charset="-127"/>
                        <a:ea typeface="대명체 보통" panose="020B0600000101010101" pitchFamily="50" charset="-127"/>
                      </a:endParaRPr>
                    </a:p>
                  </a:txBody>
                  <a:tcPr marL="66462" marR="33231" marT="7036" marB="0" anchor="ctr">
                    <a:lnL>
                      <a:noFill/>
                    </a:lnL>
                    <a:lnR w="6350" cap="flat" cmpd="sng" algn="ctr">
                      <a:solidFill>
                        <a:schemeClr val="bg2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chemeClr val="bg2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 hMerge="1">
                  <a:txBody>
                    <a:bodyPr/>
                    <a:lstStyle/>
                    <a:p>
                      <a:pPr latinLnBrk="1"/>
                      <a:endParaRPr lang="ko-KR" altLang="en-US"/>
                    </a:p>
                  </a:txBody>
                  <a:tcPr>
                    <a:lnL w="6350" cap="flat" cmpd="sng" algn="ctr">
                      <a:solidFill>
                        <a:srgbClr val="A6A6A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A6A6A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>
                      <a:noFill/>
                    </a:lnT>
                    <a:lnB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r" rtl="0" fontAlgn="ctr"/>
                      <a:r>
                        <a:rPr lang="en-US" altLang="ko-KR" sz="700" b="0" i="0" u="none" strike="noStrike" kern="1200" dirty="0">
                          <a:solidFill>
                            <a:srgbClr val="000000"/>
                          </a:solidFill>
                          <a:effectLst/>
                          <a:latin typeface="대명체 보통" panose="020B0600000101010101" pitchFamily="50" charset="-127"/>
                          <a:ea typeface="대명체 보통" panose="020B0600000101010101" pitchFamily="50" charset="-127"/>
                          <a:cs typeface="+mn-cs"/>
                        </a:rPr>
                        <a:t>15,988</a:t>
                      </a:r>
                    </a:p>
                  </a:txBody>
                  <a:tcPr marL="9525" marR="9525" marT="9525" marB="0" anchor="ctr">
                    <a:lnL w="6350" cap="flat" cmpd="sng" algn="ctr">
                      <a:solidFill>
                        <a:schemeClr val="bg2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chemeClr val="bg2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chemeClr val="bg2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r" rtl="0" fontAlgn="ctr"/>
                      <a:r>
                        <a:rPr lang="en-US" altLang="ko-KR" sz="700" b="0" i="0" u="none" strike="noStrike" kern="1200">
                          <a:solidFill>
                            <a:srgbClr val="000000"/>
                          </a:solidFill>
                          <a:effectLst/>
                          <a:latin typeface="대명체 보통" panose="020B0600000101010101" pitchFamily="50" charset="-127"/>
                          <a:ea typeface="대명체 보통" panose="020B0600000101010101" pitchFamily="50" charset="-127"/>
                          <a:cs typeface="+mn-cs"/>
                        </a:rPr>
                        <a:t>20%</a:t>
                      </a:r>
                    </a:p>
                  </a:txBody>
                  <a:tcPr marL="9525" marR="9525" marT="9525" marB="0" anchor="ctr">
                    <a:lnL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chemeClr val="bg2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chemeClr val="bg2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chemeClr val="bg2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r" rtl="0" fontAlgn="ctr"/>
                      <a:r>
                        <a:rPr lang="en-US" altLang="ko-KR" sz="700" b="0" i="0" u="none" strike="noStrike" kern="1200" dirty="0">
                          <a:solidFill>
                            <a:srgbClr val="000000"/>
                          </a:solidFill>
                          <a:effectLst/>
                          <a:latin typeface="대명체 보통" panose="020B0600000101010101" pitchFamily="50" charset="-127"/>
                          <a:ea typeface="대명체 보통" panose="020B0600000101010101" pitchFamily="50" charset="-127"/>
                          <a:cs typeface="+mn-cs"/>
                        </a:rPr>
                        <a:t>16,736</a:t>
                      </a:r>
                    </a:p>
                  </a:txBody>
                  <a:tcPr marL="9525" marR="9525" marT="9525" marB="0" anchor="ctr">
                    <a:lnL w="6350" cap="flat" cmpd="sng" algn="ctr">
                      <a:solidFill>
                        <a:schemeClr val="bg2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chemeClr val="bg2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chemeClr val="bg2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r" rtl="0" fontAlgn="ctr"/>
                      <a:r>
                        <a:rPr lang="en-US" altLang="ko-KR" sz="700" b="0" i="0" u="none" strike="noStrike" kern="1200" dirty="0">
                          <a:solidFill>
                            <a:srgbClr val="000000"/>
                          </a:solidFill>
                          <a:effectLst/>
                          <a:latin typeface="대명체 보통" panose="020B0600000101010101" pitchFamily="50" charset="-127"/>
                          <a:ea typeface="대명체 보통" panose="020B0600000101010101" pitchFamily="50" charset="-127"/>
                          <a:cs typeface="+mn-cs"/>
                        </a:rPr>
                        <a:t>28%</a:t>
                      </a:r>
                    </a:p>
                  </a:txBody>
                  <a:tcPr marL="9525" marR="9525" marT="9525" marB="0" anchor="ctr">
                    <a:lnL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chemeClr val="bg2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chemeClr val="bg2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chemeClr val="bg2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r" rtl="0" fontAlgn="ctr"/>
                      <a:r>
                        <a:rPr lang="en-US" altLang="ko-KR" sz="700" b="0" i="0" u="none" strike="noStrike" kern="1200" dirty="0">
                          <a:solidFill>
                            <a:srgbClr val="000000"/>
                          </a:solidFill>
                          <a:effectLst/>
                          <a:latin typeface="대명체 보통" panose="020B0600000101010101" pitchFamily="50" charset="-127"/>
                          <a:ea typeface="대명체 보통" panose="020B0600000101010101" pitchFamily="50" charset="-127"/>
                          <a:cs typeface="+mn-cs"/>
                        </a:rPr>
                        <a:t>748</a:t>
                      </a:r>
                    </a:p>
                  </a:txBody>
                  <a:tcPr marL="9525" marR="9525" marT="9525" marB="0" anchor="ctr">
                    <a:lnL w="6350" cap="flat" cmpd="sng" algn="ctr">
                      <a:solidFill>
                        <a:schemeClr val="bg2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chemeClr val="bg2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chemeClr val="bg2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chemeClr val="bg2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r" rtl="0" fontAlgn="ctr"/>
                      <a:r>
                        <a:rPr lang="en-US" altLang="ko-KR" sz="700" b="0" i="0" u="none" strike="noStrike" kern="1200">
                          <a:solidFill>
                            <a:srgbClr val="000000"/>
                          </a:solidFill>
                          <a:effectLst/>
                          <a:latin typeface="대명체 보통" panose="020B0600000101010101" pitchFamily="50" charset="-127"/>
                          <a:ea typeface="대명체 보통" panose="020B0600000101010101" pitchFamily="50" charset="-127"/>
                          <a:cs typeface="+mn-cs"/>
                        </a:rPr>
                        <a:t>105%</a:t>
                      </a:r>
                    </a:p>
                  </a:txBody>
                  <a:tcPr marL="9525" marR="9525" marT="9525" marB="0" anchor="ctr">
                    <a:lnL w="6350" cap="flat" cmpd="sng" algn="ctr">
                      <a:solidFill>
                        <a:schemeClr val="bg2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chemeClr val="bg2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chemeClr val="bg2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chemeClr val="bg2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r" rtl="0" fontAlgn="ctr"/>
                      <a:r>
                        <a:rPr lang="en-US" altLang="ko-KR" sz="700" b="0" i="0" u="none" strike="noStrike" kern="1200">
                          <a:solidFill>
                            <a:srgbClr val="000000"/>
                          </a:solidFill>
                          <a:effectLst/>
                          <a:latin typeface="대명체 보통" panose="020B0600000101010101" pitchFamily="50" charset="-127"/>
                          <a:ea typeface="대명체 보통" panose="020B0600000101010101" pitchFamily="50" charset="-127"/>
                          <a:cs typeface="+mn-cs"/>
                        </a:rPr>
                        <a:t>11,010</a:t>
                      </a:r>
                    </a:p>
                  </a:txBody>
                  <a:tcPr marL="9525" marR="9525" marT="9525" marB="0" anchor="ctr">
                    <a:lnL w="6350" cap="flat" cmpd="sng" algn="ctr">
                      <a:solidFill>
                        <a:schemeClr val="bg2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chemeClr val="bg2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chemeClr val="bg2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r" rtl="0" fontAlgn="ctr"/>
                      <a:r>
                        <a:rPr lang="en-US" altLang="ko-KR" sz="700" b="0" i="0" u="none" strike="noStrike" kern="1200">
                          <a:solidFill>
                            <a:srgbClr val="000000"/>
                          </a:solidFill>
                          <a:effectLst/>
                          <a:latin typeface="대명체 보통" panose="020B0600000101010101" pitchFamily="50" charset="-127"/>
                          <a:ea typeface="대명체 보통" panose="020B0600000101010101" pitchFamily="50" charset="-127"/>
                          <a:cs typeface="+mn-cs"/>
                        </a:rPr>
                        <a:t>23%</a:t>
                      </a:r>
                    </a:p>
                  </a:txBody>
                  <a:tcPr marL="9525" marR="9525" marT="9525" marB="0" anchor="ctr">
                    <a:lnL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chemeClr val="bg2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chemeClr val="bg2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chemeClr val="bg2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r" rtl="0" fontAlgn="ctr"/>
                      <a:r>
                        <a:rPr lang="en-US" altLang="ko-KR" sz="700" b="0" i="0" u="none" strike="noStrike" kern="1200">
                          <a:solidFill>
                            <a:srgbClr val="000000"/>
                          </a:solidFill>
                          <a:effectLst/>
                          <a:latin typeface="대명체 보통" panose="020B0600000101010101" pitchFamily="50" charset="-127"/>
                          <a:ea typeface="대명체 보통" panose="020B0600000101010101" pitchFamily="50" charset="-127"/>
                          <a:cs typeface="+mn-cs"/>
                        </a:rPr>
                        <a:t>5,727</a:t>
                      </a:r>
                    </a:p>
                  </a:txBody>
                  <a:tcPr marL="9525" marR="9525" marT="9525" marB="0" anchor="ctr">
                    <a:lnL w="6350" cap="flat" cmpd="sng" algn="ctr">
                      <a:solidFill>
                        <a:schemeClr val="bg2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chemeClr val="bg2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chemeClr val="bg2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chemeClr val="bg2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r" rtl="0" fontAlgn="ctr"/>
                      <a:r>
                        <a:rPr lang="en-US" altLang="ko-KR" sz="700" b="0" i="0" u="none" strike="noStrike" kern="1200">
                          <a:solidFill>
                            <a:srgbClr val="000000"/>
                          </a:solidFill>
                          <a:effectLst/>
                          <a:latin typeface="대명체 보통" panose="020B0600000101010101" pitchFamily="50" charset="-127"/>
                          <a:ea typeface="대명체 보통" panose="020B0600000101010101" pitchFamily="50" charset="-127"/>
                          <a:cs typeface="+mn-cs"/>
                        </a:rPr>
                        <a:t>52%</a:t>
                      </a:r>
                    </a:p>
                  </a:txBody>
                  <a:tcPr marL="9525" marR="9525" marT="9525" marB="0" anchor="ctr">
                    <a:lnL w="6350" cap="flat" cmpd="sng" algn="ctr">
                      <a:solidFill>
                        <a:schemeClr val="bg2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chemeClr val="bg2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chemeClr val="bg2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r" fontAlgn="ctr"/>
                      <a:endParaRPr lang="ko-KR" altLang="en-US" sz="700" b="0" i="0" u="none" strike="noStrike" kern="1200">
                        <a:solidFill>
                          <a:srgbClr val="000000"/>
                        </a:solidFill>
                        <a:effectLst/>
                        <a:latin typeface="대명체 보통" panose="020B0600000101010101" pitchFamily="50" charset="-127"/>
                        <a:ea typeface="대명체 보통" panose="020B0600000101010101" pitchFamily="50" charset="-127"/>
                        <a:cs typeface="+mn-cs"/>
                      </a:endParaRPr>
                    </a:p>
                  </a:txBody>
                  <a:tcPr marL="9525" marR="9525" marT="9525" marB="0" anchor="ctr">
                    <a:lnL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</a:tcPr>
                </a:tc>
                <a:tc>
                  <a:txBody>
                    <a:bodyPr/>
                    <a:lstStyle/>
                    <a:p>
                      <a:pPr algn="r" rtl="0" fontAlgn="ctr"/>
                      <a:r>
                        <a:rPr lang="en-US" altLang="ko-KR" sz="700" b="0" i="0" u="none" strike="noStrike" kern="1200">
                          <a:solidFill>
                            <a:srgbClr val="000000"/>
                          </a:solidFill>
                          <a:effectLst/>
                          <a:latin typeface="대명체 보통" panose="020B0600000101010101" pitchFamily="50" charset="-127"/>
                          <a:ea typeface="대명체 보통" panose="020B0600000101010101" pitchFamily="50" charset="-127"/>
                          <a:cs typeface="+mn-cs"/>
                        </a:rPr>
                        <a:t>155,016</a:t>
                      </a:r>
                    </a:p>
                  </a:txBody>
                  <a:tcPr marL="9525" marR="9525" marT="9525" marB="0" anchor="ctr">
                    <a:lnL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chemeClr val="bg2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chemeClr val="bg2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r" rtl="0" fontAlgn="ctr"/>
                      <a:r>
                        <a:rPr lang="en-US" altLang="ko-KR" sz="700" b="0" i="0" u="none" strike="noStrike" kern="1200">
                          <a:solidFill>
                            <a:srgbClr val="000000"/>
                          </a:solidFill>
                          <a:effectLst/>
                          <a:latin typeface="대명체 보통" panose="020B0600000101010101" pitchFamily="50" charset="-127"/>
                          <a:ea typeface="대명체 보통" panose="020B0600000101010101" pitchFamily="50" charset="-127"/>
                          <a:cs typeface="+mn-cs"/>
                        </a:rPr>
                        <a:t>26%</a:t>
                      </a:r>
                    </a:p>
                  </a:txBody>
                  <a:tcPr marL="9525" marR="9525" marT="9525" marB="0" anchor="ctr">
                    <a:lnL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chemeClr val="bg2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chemeClr val="bg2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chemeClr val="bg2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r" rtl="0" fontAlgn="ctr"/>
                      <a:r>
                        <a:rPr lang="en-US" altLang="ko-KR" sz="700" b="0" i="0" u="none" strike="noStrike" kern="1200">
                          <a:solidFill>
                            <a:srgbClr val="000000"/>
                          </a:solidFill>
                          <a:effectLst/>
                          <a:latin typeface="대명체 보통" panose="020B0600000101010101" pitchFamily="50" charset="-127"/>
                          <a:ea typeface="대명체 보통" panose="020B0600000101010101" pitchFamily="50" charset="-127"/>
                          <a:cs typeface="+mn-cs"/>
                        </a:rPr>
                        <a:t>175,535</a:t>
                      </a:r>
                    </a:p>
                  </a:txBody>
                  <a:tcPr marL="9525" marR="9525" marT="9525" marB="0" anchor="ctr">
                    <a:lnL w="6350" cap="flat" cmpd="sng" algn="ctr">
                      <a:solidFill>
                        <a:schemeClr val="bg2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chemeClr val="bg2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chemeClr val="bg2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r" rtl="0" fontAlgn="ctr"/>
                      <a:r>
                        <a:rPr lang="en-US" altLang="ko-KR" sz="700" b="0" i="0" u="none" strike="noStrike" kern="1200">
                          <a:solidFill>
                            <a:srgbClr val="000000"/>
                          </a:solidFill>
                          <a:effectLst/>
                          <a:latin typeface="대명체 보통" panose="020B0600000101010101" pitchFamily="50" charset="-127"/>
                          <a:ea typeface="대명체 보통" panose="020B0600000101010101" pitchFamily="50" charset="-127"/>
                          <a:cs typeface="+mn-cs"/>
                        </a:rPr>
                        <a:t>40%</a:t>
                      </a:r>
                    </a:p>
                  </a:txBody>
                  <a:tcPr marL="9525" marR="9525" marT="9525" marB="0" anchor="ctr">
                    <a:lnL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chemeClr val="bg2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chemeClr val="bg2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chemeClr val="bg2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r" rtl="0" fontAlgn="ctr"/>
                      <a:r>
                        <a:rPr lang="en-US" altLang="ko-KR" sz="700" b="0" i="0" u="none" strike="noStrike" kern="1200">
                          <a:solidFill>
                            <a:srgbClr val="000000"/>
                          </a:solidFill>
                          <a:effectLst/>
                          <a:latin typeface="대명체 보통" panose="020B0600000101010101" pitchFamily="50" charset="-127"/>
                          <a:ea typeface="대명체 보통" panose="020B0600000101010101" pitchFamily="50" charset="-127"/>
                          <a:cs typeface="+mn-cs"/>
                        </a:rPr>
                        <a:t>20,519</a:t>
                      </a:r>
                    </a:p>
                  </a:txBody>
                  <a:tcPr marL="9525" marR="9525" marT="9525" marB="0" anchor="ctr">
                    <a:lnL w="6350" cap="flat" cmpd="sng" algn="ctr">
                      <a:solidFill>
                        <a:schemeClr val="bg2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chemeClr val="bg2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chemeClr val="bg2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chemeClr val="bg2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r" rtl="0" fontAlgn="ctr"/>
                      <a:r>
                        <a:rPr lang="en-US" altLang="ko-KR" sz="700" b="0" i="0" u="none" strike="noStrike" kern="1200">
                          <a:solidFill>
                            <a:srgbClr val="000000"/>
                          </a:solidFill>
                          <a:effectLst/>
                          <a:latin typeface="대명체 보통" panose="020B0600000101010101" pitchFamily="50" charset="-127"/>
                          <a:ea typeface="대명체 보통" panose="020B0600000101010101" pitchFamily="50" charset="-127"/>
                          <a:cs typeface="+mn-cs"/>
                        </a:rPr>
                        <a:t>113%</a:t>
                      </a:r>
                    </a:p>
                  </a:txBody>
                  <a:tcPr marL="9525" marR="9525" marT="9525" marB="0" anchor="ctr">
                    <a:lnL w="6350" cap="flat" cmpd="sng" algn="ctr">
                      <a:solidFill>
                        <a:schemeClr val="bg2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chemeClr val="bg2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chemeClr val="bg2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chemeClr val="bg2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r" rtl="0" fontAlgn="ctr"/>
                      <a:r>
                        <a:rPr lang="en-US" altLang="ko-KR" sz="700" b="0" i="0" u="none" strike="noStrike" kern="1200">
                          <a:solidFill>
                            <a:srgbClr val="000000"/>
                          </a:solidFill>
                          <a:effectLst/>
                          <a:latin typeface="대명체 보통" panose="020B0600000101010101" pitchFamily="50" charset="-127"/>
                          <a:ea typeface="대명체 보통" panose="020B0600000101010101" pitchFamily="50" charset="-127"/>
                          <a:cs typeface="+mn-cs"/>
                        </a:rPr>
                        <a:t>124,407</a:t>
                      </a:r>
                    </a:p>
                  </a:txBody>
                  <a:tcPr marL="9525" marR="9525" marT="9525" marB="0" anchor="ctr">
                    <a:lnL w="6350" cap="flat" cmpd="sng" algn="ctr">
                      <a:solidFill>
                        <a:schemeClr val="bg2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chemeClr val="bg2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chemeClr val="bg2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r" rtl="0" fontAlgn="ctr"/>
                      <a:r>
                        <a:rPr lang="en-US" altLang="ko-KR" sz="700" b="0" i="0" u="none" strike="noStrike" kern="1200">
                          <a:solidFill>
                            <a:srgbClr val="000000"/>
                          </a:solidFill>
                          <a:effectLst/>
                          <a:latin typeface="대명체 보통" panose="020B0600000101010101" pitchFamily="50" charset="-127"/>
                          <a:ea typeface="대명체 보통" panose="020B0600000101010101" pitchFamily="50" charset="-127"/>
                          <a:cs typeface="+mn-cs"/>
                        </a:rPr>
                        <a:t>27%</a:t>
                      </a:r>
                    </a:p>
                  </a:txBody>
                  <a:tcPr marL="9525" marR="9525" marT="9525" marB="0" anchor="ctr">
                    <a:lnL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chemeClr val="bg2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chemeClr val="bg2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chemeClr val="bg2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r" rtl="0" fontAlgn="ctr"/>
                      <a:r>
                        <a:rPr lang="en-US" altLang="ko-KR" sz="700" b="0" i="0" u="none" strike="noStrike" kern="1200">
                          <a:solidFill>
                            <a:srgbClr val="000000"/>
                          </a:solidFill>
                          <a:effectLst/>
                          <a:latin typeface="대명체 보통" panose="020B0600000101010101" pitchFamily="50" charset="-127"/>
                          <a:ea typeface="대명체 보통" panose="020B0600000101010101" pitchFamily="50" charset="-127"/>
                          <a:cs typeface="+mn-cs"/>
                        </a:rPr>
                        <a:t>51,128</a:t>
                      </a:r>
                    </a:p>
                  </a:txBody>
                  <a:tcPr marL="9525" marR="9525" marT="9525" marB="0" anchor="ctr">
                    <a:lnL w="6350" cap="flat" cmpd="sng" algn="ctr">
                      <a:solidFill>
                        <a:schemeClr val="bg2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chemeClr val="bg2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chemeClr val="bg2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chemeClr val="bg2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r" rtl="0" fontAlgn="ctr"/>
                      <a:r>
                        <a:rPr lang="en-US" altLang="ko-KR" sz="700" b="0" i="0" u="none" strike="noStrike" kern="1200">
                          <a:solidFill>
                            <a:srgbClr val="000000"/>
                          </a:solidFill>
                          <a:effectLst/>
                          <a:latin typeface="대명체 보통" panose="020B0600000101010101" pitchFamily="50" charset="-127"/>
                          <a:ea typeface="대명체 보통" panose="020B0600000101010101" pitchFamily="50" charset="-127"/>
                          <a:cs typeface="+mn-cs"/>
                        </a:rPr>
                        <a:t>41%</a:t>
                      </a:r>
                    </a:p>
                  </a:txBody>
                  <a:tcPr marL="9525" marR="9525" marT="9525" marB="0" anchor="ctr">
                    <a:lnL w="6350" cap="flat" cmpd="sng" algn="ctr">
                      <a:solidFill>
                        <a:schemeClr val="bg2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>
                      <a:noFill/>
                    </a:lnR>
                    <a:lnT w="6350" cap="flat" cmpd="sng" algn="ctr">
                      <a:solidFill>
                        <a:schemeClr val="bg2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chemeClr val="bg2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extLst>
                  <a:ext uri="{0D108BD9-81ED-4DB2-BD59-A6C34878D82A}">
                    <a16:rowId xmlns:a16="http://schemas.microsoft.com/office/drawing/2014/main" val="242962840"/>
                  </a:ext>
                </a:extLst>
              </a:tr>
              <a:tr h="282462">
                <a:tc>
                  <a:txBody>
                    <a:bodyPr/>
                    <a:lstStyle/>
                    <a:p>
                      <a:pPr algn="l" rtl="0" fontAlgn="ctr"/>
                      <a:r>
                        <a:rPr lang="ko-KR" altLang="en-US" sz="800" b="0" i="0" u="none" strike="noStrike" dirty="0">
                          <a:ln>
                            <a:solidFill>
                              <a:schemeClr val="accent1">
                                <a:alpha val="0"/>
                              </a:schemeClr>
                            </a:solidFill>
                          </a:ln>
                          <a:solidFill>
                            <a:schemeClr val="tx1">
                              <a:lumMod val="95000"/>
                              <a:lumOff val="5000"/>
                            </a:schemeClr>
                          </a:solidFill>
                          <a:effectLst/>
                          <a:latin typeface="대명체 보통" panose="020B0600000101010101" pitchFamily="50" charset="-127"/>
                          <a:ea typeface="대명체 보통" panose="020B0600000101010101" pitchFamily="50" charset="-127"/>
                        </a:rPr>
                        <a:t>　</a:t>
                      </a:r>
                    </a:p>
                  </a:txBody>
                  <a:tcPr marL="66462" marR="33231" marT="7036" marB="0" anchor="ctr">
                    <a:lnL>
                      <a:noFill/>
                    </a:lnL>
                    <a:lnR w="6350" cap="flat" cmpd="sng" algn="ctr">
                      <a:solidFill>
                        <a:schemeClr val="bg2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l" rtl="0" fontAlgn="ctr"/>
                      <a:r>
                        <a:rPr lang="en-US" sz="800" b="0" i="0" u="none" strike="noStrike" dirty="0" smtClean="0">
                          <a:ln>
                            <a:solidFill>
                              <a:schemeClr val="accent1">
                                <a:alpha val="0"/>
                              </a:schemeClr>
                            </a:solidFill>
                          </a:ln>
                          <a:solidFill>
                            <a:schemeClr val="tx1">
                              <a:lumMod val="95000"/>
                              <a:lumOff val="5000"/>
                            </a:schemeClr>
                          </a:solidFill>
                          <a:effectLst/>
                          <a:latin typeface="대명체 보통" panose="020B0600000101010101" pitchFamily="50" charset="-127"/>
                          <a:ea typeface="대명체 보통" panose="020B0600000101010101" pitchFamily="50" charset="-127"/>
                        </a:rPr>
                        <a:t>OTA</a:t>
                      </a:r>
                      <a:endParaRPr lang="en-US" sz="800" b="0" i="0" u="none" strike="noStrike" dirty="0">
                        <a:ln>
                          <a:solidFill>
                            <a:schemeClr val="accent1">
                              <a:alpha val="0"/>
                            </a:schemeClr>
                          </a:solidFill>
                        </a:ln>
                        <a:solidFill>
                          <a:schemeClr val="tx1">
                            <a:lumMod val="95000"/>
                            <a:lumOff val="5000"/>
                          </a:schemeClr>
                        </a:solidFill>
                        <a:effectLst/>
                        <a:latin typeface="대명체 보통" panose="020B0600000101010101" pitchFamily="50" charset="-127"/>
                        <a:ea typeface="대명체 보통" panose="020B0600000101010101" pitchFamily="50" charset="-127"/>
                      </a:endParaRPr>
                    </a:p>
                  </a:txBody>
                  <a:tcPr marL="66462" marR="33231" marT="7036" marB="0" anchor="ctr">
                    <a:lnL w="6350" cap="flat" cmpd="sng" algn="ctr">
                      <a:solidFill>
                        <a:schemeClr val="bg2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chemeClr val="bg2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chemeClr val="bg2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r" rtl="0" fontAlgn="ctr"/>
                      <a:r>
                        <a:rPr lang="en-US" altLang="ko-KR" sz="700" b="0" i="0" u="none" strike="noStrike" kern="1200">
                          <a:solidFill>
                            <a:srgbClr val="000000"/>
                          </a:solidFill>
                          <a:effectLst/>
                          <a:latin typeface="대명체 보통" panose="020B0600000101010101" pitchFamily="50" charset="-127"/>
                          <a:ea typeface="대명체 보통" panose="020B0600000101010101" pitchFamily="50" charset="-127"/>
                          <a:cs typeface="+mn-cs"/>
                        </a:rPr>
                        <a:t>9,610</a:t>
                      </a:r>
                    </a:p>
                  </a:txBody>
                  <a:tcPr marL="9525" marR="9525" marT="9525" marB="0" anchor="ctr">
                    <a:lnL w="6350" cap="flat" cmpd="sng" algn="ctr">
                      <a:solidFill>
                        <a:schemeClr val="bg2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chemeClr val="bg2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r" rtl="0" fontAlgn="ctr"/>
                      <a:r>
                        <a:rPr lang="en-US" altLang="ko-KR" sz="700" b="0" i="0" u="none" strike="noStrike" kern="1200">
                          <a:solidFill>
                            <a:srgbClr val="000000"/>
                          </a:solidFill>
                          <a:effectLst/>
                          <a:latin typeface="대명체 보통" panose="020B0600000101010101" pitchFamily="50" charset="-127"/>
                          <a:ea typeface="대명체 보통" panose="020B0600000101010101" pitchFamily="50" charset="-127"/>
                          <a:cs typeface="+mn-cs"/>
                        </a:rPr>
                        <a:t>12%</a:t>
                      </a:r>
                    </a:p>
                  </a:txBody>
                  <a:tcPr marL="9525" marR="9525" marT="9525" marB="0" anchor="ctr">
                    <a:lnL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chemeClr val="bg2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chemeClr val="bg2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r" rtl="0" fontAlgn="ctr"/>
                      <a:r>
                        <a:rPr lang="en-US" altLang="ko-KR" sz="700" b="0" i="0" u="none" strike="noStrike" kern="1200">
                          <a:solidFill>
                            <a:srgbClr val="000000"/>
                          </a:solidFill>
                          <a:effectLst/>
                          <a:latin typeface="대명체 보통" panose="020B0600000101010101" pitchFamily="50" charset="-127"/>
                          <a:ea typeface="대명체 보통" panose="020B0600000101010101" pitchFamily="50" charset="-127"/>
                          <a:cs typeface="+mn-cs"/>
                        </a:rPr>
                        <a:t>8,527</a:t>
                      </a:r>
                    </a:p>
                  </a:txBody>
                  <a:tcPr marL="9525" marR="9525" marT="9525" marB="0" anchor="ctr">
                    <a:lnL w="6350" cap="flat" cmpd="sng" algn="ctr">
                      <a:solidFill>
                        <a:schemeClr val="bg2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chemeClr val="bg2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r" rtl="0" fontAlgn="ctr"/>
                      <a:r>
                        <a:rPr lang="en-US" altLang="ko-KR" sz="700" b="0" i="0" u="none" strike="noStrike" kern="1200">
                          <a:solidFill>
                            <a:srgbClr val="000000"/>
                          </a:solidFill>
                          <a:effectLst/>
                          <a:latin typeface="대명체 보통" panose="020B0600000101010101" pitchFamily="50" charset="-127"/>
                          <a:ea typeface="대명체 보통" panose="020B0600000101010101" pitchFamily="50" charset="-127"/>
                          <a:cs typeface="+mn-cs"/>
                        </a:rPr>
                        <a:t>16%</a:t>
                      </a:r>
                    </a:p>
                  </a:txBody>
                  <a:tcPr marL="9525" marR="9525" marT="9525" marB="0" anchor="ctr">
                    <a:lnL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chemeClr val="bg2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chemeClr val="bg2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r" rtl="0" fontAlgn="ctr"/>
                      <a:r>
                        <a:rPr lang="en-US" altLang="ko-KR" sz="700" b="0" i="0" u="none" strike="noStrike" kern="1200" dirty="0" smtClean="0">
                          <a:solidFill>
                            <a:srgbClr val="FF0000"/>
                          </a:solidFill>
                          <a:effectLst/>
                          <a:latin typeface="대명체 보통" panose="020B0600000101010101" pitchFamily="50" charset="-127"/>
                          <a:ea typeface="대명체 보통" panose="020B0600000101010101" pitchFamily="50" charset="-127"/>
                          <a:cs typeface="+mn-cs"/>
                        </a:rPr>
                        <a:t>-1,084</a:t>
                      </a:r>
                      <a:endParaRPr lang="en-US" altLang="ko-KR" sz="700" b="0" i="0" u="none" strike="noStrike" kern="1200" dirty="0">
                        <a:solidFill>
                          <a:srgbClr val="FF0000"/>
                        </a:solidFill>
                        <a:effectLst/>
                        <a:latin typeface="대명체 보통" panose="020B0600000101010101" pitchFamily="50" charset="-127"/>
                        <a:ea typeface="대명체 보통" panose="020B0600000101010101" pitchFamily="50" charset="-127"/>
                        <a:cs typeface="+mn-cs"/>
                      </a:endParaRPr>
                    </a:p>
                  </a:txBody>
                  <a:tcPr marL="9525" marR="9525" marT="9525" marB="0" anchor="ctr">
                    <a:lnL w="6350" cap="flat" cmpd="sng" algn="ctr">
                      <a:solidFill>
                        <a:schemeClr val="bg2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chemeClr val="bg2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chemeClr val="bg2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r" rtl="0" fontAlgn="ctr"/>
                      <a:r>
                        <a:rPr lang="en-US" altLang="ko-KR" sz="700" b="0" i="0" u="none" strike="noStrike" kern="1200" dirty="0">
                          <a:solidFill>
                            <a:srgbClr val="000000"/>
                          </a:solidFill>
                          <a:effectLst/>
                          <a:latin typeface="대명체 보통" panose="020B0600000101010101" pitchFamily="50" charset="-127"/>
                          <a:ea typeface="대명체 보통" panose="020B0600000101010101" pitchFamily="50" charset="-127"/>
                          <a:cs typeface="+mn-cs"/>
                        </a:rPr>
                        <a:t>89%</a:t>
                      </a:r>
                    </a:p>
                  </a:txBody>
                  <a:tcPr marL="9525" marR="9525" marT="9525" marB="0" anchor="ctr">
                    <a:lnL w="6350" cap="flat" cmpd="sng" algn="ctr">
                      <a:solidFill>
                        <a:schemeClr val="bg2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chemeClr val="bg2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chemeClr val="bg2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r" rtl="0" fontAlgn="ctr"/>
                      <a:r>
                        <a:rPr lang="en-US" altLang="ko-KR" sz="700" b="0" i="0" u="none" strike="noStrike" kern="1200">
                          <a:solidFill>
                            <a:srgbClr val="000000"/>
                          </a:solidFill>
                          <a:effectLst/>
                          <a:latin typeface="대명체 보통" panose="020B0600000101010101" pitchFamily="50" charset="-127"/>
                          <a:ea typeface="대명체 보통" panose="020B0600000101010101" pitchFamily="50" charset="-127"/>
                          <a:cs typeface="+mn-cs"/>
                        </a:rPr>
                        <a:t>6,835</a:t>
                      </a:r>
                    </a:p>
                  </a:txBody>
                  <a:tcPr marL="9525" marR="9525" marT="9525" marB="0" anchor="ctr">
                    <a:lnL w="6350" cap="flat" cmpd="sng" algn="ctr">
                      <a:solidFill>
                        <a:schemeClr val="bg2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chemeClr val="bg2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r" rtl="0" fontAlgn="ctr"/>
                      <a:r>
                        <a:rPr lang="en-US" altLang="ko-KR" sz="700" b="0" i="0" u="none" strike="noStrike" kern="1200">
                          <a:solidFill>
                            <a:srgbClr val="000000"/>
                          </a:solidFill>
                          <a:effectLst/>
                          <a:latin typeface="대명체 보통" panose="020B0600000101010101" pitchFamily="50" charset="-127"/>
                          <a:ea typeface="대명체 보통" panose="020B0600000101010101" pitchFamily="50" charset="-127"/>
                          <a:cs typeface="+mn-cs"/>
                        </a:rPr>
                        <a:t>13%</a:t>
                      </a:r>
                    </a:p>
                  </a:txBody>
                  <a:tcPr marL="9525" marR="9525" marT="9525" marB="0" anchor="ctr">
                    <a:lnL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chemeClr val="bg2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chemeClr val="bg2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r" rtl="0" fontAlgn="ctr"/>
                      <a:r>
                        <a:rPr lang="en-US" altLang="ko-KR" sz="700" b="0" i="0" u="none" strike="noStrike" kern="1200">
                          <a:solidFill>
                            <a:srgbClr val="000000"/>
                          </a:solidFill>
                          <a:effectLst/>
                          <a:latin typeface="대명체 보통" panose="020B0600000101010101" pitchFamily="50" charset="-127"/>
                          <a:ea typeface="대명체 보통" panose="020B0600000101010101" pitchFamily="50" charset="-127"/>
                          <a:cs typeface="+mn-cs"/>
                        </a:rPr>
                        <a:t>1,692</a:t>
                      </a:r>
                    </a:p>
                  </a:txBody>
                  <a:tcPr marL="9525" marR="9525" marT="9525" marB="0" anchor="ctr">
                    <a:lnL w="6350" cap="flat" cmpd="sng" algn="ctr">
                      <a:solidFill>
                        <a:schemeClr val="bg2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chemeClr val="bg2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chemeClr val="bg2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r" rtl="0" fontAlgn="ctr"/>
                      <a:r>
                        <a:rPr lang="en-US" altLang="ko-KR" sz="700" b="0" i="0" u="none" strike="noStrike" kern="1200">
                          <a:solidFill>
                            <a:srgbClr val="000000"/>
                          </a:solidFill>
                          <a:effectLst/>
                          <a:latin typeface="대명체 보통" panose="020B0600000101010101" pitchFamily="50" charset="-127"/>
                          <a:ea typeface="대명체 보통" panose="020B0600000101010101" pitchFamily="50" charset="-127"/>
                          <a:cs typeface="+mn-cs"/>
                        </a:rPr>
                        <a:t>25%</a:t>
                      </a:r>
                    </a:p>
                  </a:txBody>
                  <a:tcPr marL="9525" marR="9525" marT="9525" marB="0" anchor="ctr">
                    <a:lnL w="6350" cap="flat" cmpd="sng" algn="ctr">
                      <a:solidFill>
                        <a:schemeClr val="bg2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chemeClr val="bg2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r" fontAlgn="ctr"/>
                      <a:endParaRPr lang="ko-KR" altLang="en-US" sz="700" b="0" i="0" u="none" strike="noStrike" kern="1200">
                        <a:solidFill>
                          <a:srgbClr val="000000"/>
                        </a:solidFill>
                        <a:effectLst/>
                        <a:latin typeface="대명체 보통" panose="020B0600000101010101" pitchFamily="50" charset="-127"/>
                        <a:ea typeface="대명체 보통" panose="020B0600000101010101" pitchFamily="50" charset="-127"/>
                        <a:cs typeface="+mn-cs"/>
                      </a:endParaRPr>
                    </a:p>
                  </a:txBody>
                  <a:tcPr marL="9525" marR="9525" marT="9525" marB="0" anchor="ctr">
                    <a:lnL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</a:tcPr>
                </a:tc>
                <a:tc>
                  <a:txBody>
                    <a:bodyPr/>
                    <a:lstStyle/>
                    <a:p>
                      <a:pPr algn="r" rtl="0" fontAlgn="ctr"/>
                      <a:r>
                        <a:rPr lang="en-US" altLang="ko-KR" sz="700" b="0" i="0" u="none" strike="noStrike" kern="1200">
                          <a:solidFill>
                            <a:srgbClr val="000000"/>
                          </a:solidFill>
                          <a:effectLst/>
                          <a:latin typeface="대명체 보통" panose="020B0600000101010101" pitchFamily="50" charset="-127"/>
                          <a:ea typeface="대명체 보통" panose="020B0600000101010101" pitchFamily="50" charset="-127"/>
                          <a:cs typeface="+mn-cs"/>
                        </a:rPr>
                        <a:t>89,984</a:t>
                      </a:r>
                    </a:p>
                  </a:txBody>
                  <a:tcPr marL="9525" marR="9525" marT="9525" marB="0" anchor="ctr">
                    <a:lnL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chemeClr val="bg2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r" rtl="0" fontAlgn="ctr"/>
                      <a:r>
                        <a:rPr lang="en-US" altLang="ko-KR" sz="700" b="0" i="0" u="none" strike="noStrike" kern="1200">
                          <a:solidFill>
                            <a:srgbClr val="000000"/>
                          </a:solidFill>
                          <a:effectLst/>
                          <a:latin typeface="대명체 보통" panose="020B0600000101010101" pitchFamily="50" charset="-127"/>
                          <a:ea typeface="대명체 보통" panose="020B0600000101010101" pitchFamily="50" charset="-127"/>
                          <a:cs typeface="+mn-cs"/>
                        </a:rPr>
                        <a:t>14%</a:t>
                      </a:r>
                    </a:p>
                  </a:txBody>
                  <a:tcPr marL="9525" marR="9525" marT="9525" marB="0" anchor="ctr">
                    <a:lnL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chemeClr val="bg2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chemeClr val="bg2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r" rtl="0" fontAlgn="ctr"/>
                      <a:r>
                        <a:rPr lang="en-US" altLang="ko-KR" sz="700" b="0" i="0" u="none" strike="noStrike" kern="1200">
                          <a:solidFill>
                            <a:srgbClr val="000000"/>
                          </a:solidFill>
                          <a:effectLst/>
                          <a:latin typeface="대명체 보통" panose="020B0600000101010101" pitchFamily="50" charset="-127"/>
                          <a:ea typeface="대명체 보통" panose="020B0600000101010101" pitchFamily="50" charset="-127"/>
                          <a:cs typeface="+mn-cs"/>
                        </a:rPr>
                        <a:t>100,283</a:t>
                      </a:r>
                    </a:p>
                  </a:txBody>
                  <a:tcPr marL="9525" marR="9525" marT="9525" marB="0" anchor="ctr">
                    <a:lnL w="6350" cap="flat" cmpd="sng" algn="ctr">
                      <a:solidFill>
                        <a:schemeClr val="bg2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chemeClr val="bg2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r" rtl="0" fontAlgn="ctr"/>
                      <a:r>
                        <a:rPr lang="en-US" altLang="ko-KR" sz="700" b="0" i="0" u="none" strike="noStrike" kern="1200">
                          <a:solidFill>
                            <a:srgbClr val="000000"/>
                          </a:solidFill>
                          <a:effectLst/>
                          <a:latin typeface="대명체 보통" panose="020B0600000101010101" pitchFamily="50" charset="-127"/>
                          <a:ea typeface="대명체 보통" panose="020B0600000101010101" pitchFamily="50" charset="-127"/>
                          <a:cs typeface="+mn-cs"/>
                        </a:rPr>
                        <a:t>23%</a:t>
                      </a:r>
                    </a:p>
                  </a:txBody>
                  <a:tcPr marL="9525" marR="9525" marT="9525" marB="0" anchor="ctr">
                    <a:lnL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chemeClr val="bg2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chemeClr val="bg2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r" rtl="0" fontAlgn="ctr"/>
                      <a:r>
                        <a:rPr lang="ko-KR" altLang="en-US" sz="700" b="0" i="0" u="none" strike="noStrike" kern="1200">
                          <a:solidFill>
                            <a:srgbClr val="000000"/>
                          </a:solidFill>
                          <a:effectLst/>
                          <a:latin typeface="대명체 보통" panose="020B0600000101010101" pitchFamily="50" charset="-127"/>
                          <a:ea typeface="대명체 보통" panose="020B0600000101010101" pitchFamily="50" charset="-127"/>
                          <a:cs typeface="+mn-cs"/>
                        </a:rPr>
                        <a:t>10,299</a:t>
                      </a:r>
                    </a:p>
                  </a:txBody>
                  <a:tcPr marL="9525" marR="9525" marT="9525" marB="0" anchor="ctr">
                    <a:lnL w="6350" cap="flat" cmpd="sng" algn="ctr">
                      <a:solidFill>
                        <a:schemeClr val="bg2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chemeClr val="bg2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chemeClr val="bg2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r" rtl="0" fontAlgn="ctr"/>
                      <a:r>
                        <a:rPr lang="en-US" altLang="ko-KR" sz="700" b="0" i="0" u="none" strike="noStrike" kern="1200">
                          <a:solidFill>
                            <a:srgbClr val="000000"/>
                          </a:solidFill>
                          <a:effectLst/>
                          <a:latin typeface="대명체 보통" panose="020B0600000101010101" pitchFamily="50" charset="-127"/>
                          <a:ea typeface="대명체 보통" panose="020B0600000101010101" pitchFamily="50" charset="-127"/>
                          <a:cs typeface="+mn-cs"/>
                        </a:rPr>
                        <a:t>111%</a:t>
                      </a:r>
                    </a:p>
                  </a:txBody>
                  <a:tcPr marL="9525" marR="9525" marT="9525" marB="0" anchor="ctr">
                    <a:lnL w="6350" cap="flat" cmpd="sng" algn="ctr">
                      <a:solidFill>
                        <a:schemeClr val="bg2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chemeClr val="bg2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chemeClr val="bg2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r" rtl="0" fontAlgn="ctr"/>
                      <a:r>
                        <a:rPr lang="en-US" altLang="ko-KR" sz="700" b="0" i="0" u="none" strike="noStrike" kern="1200">
                          <a:solidFill>
                            <a:srgbClr val="000000"/>
                          </a:solidFill>
                          <a:effectLst/>
                          <a:latin typeface="대명체 보통" panose="020B0600000101010101" pitchFamily="50" charset="-127"/>
                          <a:ea typeface="대명체 보통" panose="020B0600000101010101" pitchFamily="50" charset="-127"/>
                          <a:cs typeface="+mn-cs"/>
                        </a:rPr>
                        <a:t>71,698</a:t>
                      </a:r>
                    </a:p>
                  </a:txBody>
                  <a:tcPr marL="9525" marR="9525" marT="9525" marB="0" anchor="ctr">
                    <a:lnL w="6350" cap="flat" cmpd="sng" algn="ctr">
                      <a:solidFill>
                        <a:schemeClr val="bg2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chemeClr val="bg2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r" rtl="0" fontAlgn="ctr"/>
                      <a:r>
                        <a:rPr lang="en-US" altLang="ko-KR" sz="700" b="0" i="0" u="none" strike="noStrike" kern="1200">
                          <a:solidFill>
                            <a:srgbClr val="000000"/>
                          </a:solidFill>
                          <a:effectLst/>
                          <a:latin typeface="대명체 보통" panose="020B0600000101010101" pitchFamily="50" charset="-127"/>
                          <a:ea typeface="대명체 보통" panose="020B0600000101010101" pitchFamily="50" charset="-127"/>
                          <a:cs typeface="+mn-cs"/>
                        </a:rPr>
                        <a:t>15%</a:t>
                      </a:r>
                    </a:p>
                  </a:txBody>
                  <a:tcPr marL="9525" marR="9525" marT="9525" marB="0" anchor="ctr">
                    <a:lnL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chemeClr val="bg2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chemeClr val="bg2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r" rtl="0" fontAlgn="ctr"/>
                      <a:r>
                        <a:rPr lang="en-US" altLang="ko-KR" sz="700" b="0" i="0" u="none" strike="noStrike" kern="1200">
                          <a:solidFill>
                            <a:srgbClr val="000000"/>
                          </a:solidFill>
                          <a:effectLst/>
                          <a:latin typeface="대명체 보통" panose="020B0600000101010101" pitchFamily="50" charset="-127"/>
                          <a:ea typeface="대명체 보통" panose="020B0600000101010101" pitchFamily="50" charset="-127"/>
                          <a:cs typeface="+mn-cs"/>
                        </a:rPr>
                        <a:t>28,585</a:t>
                      </a:r>
                    </a:p>
                  </a:txBody>
                  <a:tcPr marL="9525" marR="9525" marT="9525" marB="0" anchor="ctr">
                    <a:lnL w="6350" cap="flat" cmpd="sng" algn="ctr">
                      <a:solidFill>
                        <a:schemeClr val="bg2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chemeClr val="bg2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chemeClr val="bg2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r" rtl="0" fontAlgn="ctr"/>
                      <a:r>
                        <a:rPr lang="en-US" altLang="ko-KR" sz="700" b="0" i="0" u="none" strike="noStrike" kern="1200">
                          <a:solidFill>
                            <a:srgbClr val="000000"/>
                          </a:solidFill>
                          <a:effectLst/>
                          <a:latin typeface="대명체 보통" panose="020B0600000101010101" pitchFamily="50" charset="-127"/>
                          <a:ea typeface="대명체 보통" panose="020B0600000101010101" pitchFamily="50" charset="-127"/>
                          <a:cs typeface="+mn-cs"/>
                        </a:rPr>
                        <a:t>40%</a:t>
                      </a:r>
                    </a:p>
                  </a:txBody>
                  <a:tcPr marL="9525" marR="9525" marT="9525" marB="0" anchor="ctr">
                    <a:lnL w="6350" cap="flat" cmpd="sng" algn="ctr">
                      <a:solidFill>
                        <a:schemeClr val="bg2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>
                      <a:noFill/>
                    </a:lnR>
                    <a:lnT w="6350" cap="flat" cmpd="sng" algn="ctr">
                      <a:solidFill>
                        <a:schemeClr val="bg2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extLst>
                  <a:ext uri="{0D108BD9-81ED-4DB2-BD59-A6C34878D82A}">
                    <a16:rowId xmlns:a16="http://schemas.microsoft.com/office/drawing/2014/main" val="4022830610"/>
                  </a:ext>
                </a:extLst>
              </a:tr>
              <a:tr h="282462">
                <a:tc>
                  <a:txBody>
                    <a:bodyPr/>
                    <a:lstStyle/>
                    <a:p>
                      <a:pPr algn="l" rtl="0" fontAlgn="ctr"/>
                      <a:r>
                        <a:rPr lang="ko-KR" altLang="en-US" sz="800" b="0" i="0" u="none" strike="noStrike" dirty="0">
                          <a:ln>
                            <a:solidFill>
                              <a:schemeClr val="accent1">
                                <a:alpha val="0"/>
                              </a:schemeClr>
                            </a:solidFill>
                          </a:ln>
                          <a:solidFill>
                            <a:schemeClr val="tx1">
                              <a:lumMod val="95000"/>
                              <a:lumOff val="5000"/>
                            </a:schemeClr>
                          </a:solidFill>
                          <a:effectLst/>
                          <a:latin typeface="대명체 보통" panose="020B0600000101010101" pitchFamily="50" charset="-127"/>
                          <a:ea typeface="대명체 보통" panose="020B0600000101010101" pitchFamily="50" charset="-127"/>
                        </a:rPr>
                        <a:t>　</a:t>
                      </a:r>
                    </a:p>
                  </a:txBody>
                  <a:tcPr marL="66462" marR="33231" marT="7036" marB="0" anchor="ctr">
                    <a:lnL>
                      <a:noFill/>
                    </a:lnL>
                    <a:lnR w="6350" cap="flat" cmpd="sng" algn="ctr">
                      <a:solidFill>
                        <a:schemeClr val="bg2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l" rtl="0" fontAlgn="ctr"/>
                      <a:r>
                        <a:rPr lang="en-US" sz="800" b="0" i="0" u="none" strike="noStrike" dirty="0" smtClean="0">
                          <a:ln>
                            <a:solidFill>
                              <a:schemeClr val="accent1">
                                <a:alpha val="0"/>
                              </a:schemeClr>
                            </a:solidFill>
                          </a:ln>
                          <a:solidFill>
                            <a:schemeClr val="tx1">
                              <a:lumMod val="95000"/>
                              <a:lumOff val="5000"/>
                            </a:schemeClr>
                          </a:solidFill>
                          <a:effectLst/>
                          <a:latin typeface="대명체 보통" panose="020B0600000101010101" pitchFamily="50" charset="-127"/>
                          <a:ea typeface="대명체 보통" panose="020B0600000101010101" pitchFamily="50" charset="-127"/>
                        </a:rPr>
                        <a:t>GOTA</a:t>
                      </a:r>
                      <a:endParaRPr lang="en-US" sz="800" b="0" i="0" u="none" strike="noStrike" dirty="0">
                        <a:ln>
                          <a:solidFill>
                            <a:schemeClr val="accent1">
                              <a:alpha val="0"/>
                            </a:schemeClr>
                          </a:solidFill>
                        </a:ln>
                        <a:solidFill>
                          <a:schemeClr val="tx1">
                            <a:lumMod val="95000"/>
                            <a:lumOff val="5000"/>
                          </a:schemeClr>
                        </a:solidFill>
                        <a:effectLst/>
                        <a:latin typeface="대명체 보통" panose="020B0600000101010101" pitchFamily="50" charset="-127"/>
                        <a:ea typeface="대명체 보통" panose="020B0600000101010101" pitchFamily="50" charset="-127"/>
                      </a:endParaRPr>
                    </a:p>
                  </a:txBody>
                  <a:tcPr marL="66462" marR="33231" marT="7036" marB="0" anchor="ctr">
                    <a:lnL w="6350" cap="flat" cmpd="sng" algn="ctr">
                      <a:solidFill>
                        <a:schemeClr val="bg2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chemeClr val="bg2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r" rtl="0" fontAlgn="ctr"/>
                      <a:r>
                        <a:rPr lang="en-US" altLang="ko-KR" sz="700" b="0" i="0" u="none" strike="noStrike" kern="1200" dirty="0">
                          <a:solidFill>
                            <a:srgbClr val="000000"/>
                          </a:solidFill>
                          <a:effectLst/>
                          <a:latin typeface="대명체 보통" panose="020B0600000101010101" pitchFamily="50" charset="-127"/>
                          <a:ea typeface="대명체 보통" panose="020B0600000101010101" pitchFamily="50" charset="-127"/>
                          <a:cs typeface="+mn-cs"/>
                        </a:rPr>
                        <a:t>5,859</a:t>
                      </a:r>
                    </a:p>
                  </a:txBody>
                  <a:tcPr marL="9525" marR="9525" marT="9525" marB="0" anchor="ctr">
                    <a:lnL w="6350" cap="flat" cmpd="sng" algn="ctr">
                      <a:solidFill>
                        <a:schemeClr val="bg2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r" rtl="0" fontAlgn="ctr"/>
                      <a:r>
                        <a:rPr lang="en-US" altLang="ko-KR" sz="700" b="0" i="0" u="none" strike="noStrike" kern="1200" dirty="0">
                          <a:solidFill>
                            <a:srgbClr val="000000"/>
                          </a:solidFill>
                          <a:effectLst/>
                          <a:latin typeface="대명체 보통" panose="020B0600000101010101" pitchFamily="50" charset="-127"/>
                          <a:ea typeface="대명체 보통" panose="020B0600000101010101" pitchFamily="50" charset="-127"/>
                          <a:cs typeface="+mn-cs"/>
                        </a:rPr>
                        <a:t>7%</a:t>
                      </a:r>
                    </a:p>
                  </a:txBody>
                  <a:tcPr marL="9525" marR="9525" marT="9525" marB="0" anchor="ctr">
                    <a:lnL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chemeClr val="bg2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r" rtl="0" fontAlgn="ctr"/>
                      <a:r>
                        <a:rPr lang="en-US" altLang="ko-KR" sz="700" b="0" i="0" u="none" strike="noStrike" kern="1200" dirty="0">
                          <a:solidFill>
                            <a:srgbClr val="000000"/>
                          </a:solidFill>
                          <a:effectLst/>
                          <a:latin typeface="대명체 보통" panose="020B0600000101010101" pitchFamily="50" charset="-127"/>
                          <a:ea typeface="대명체 보통" panose="020B0600000101010101" pitchFamily="50" charset="-127"/>
                          <a:cs typeface="+mn-cs"/>
                        </a:rPr>
                        <a:t>7,383</a:t>
                      </a:r>
                    </a:p>
                  </a:txBody>
                  <a:tcPr marL="9525" marR="9525" marT="9525" marB="0" anchor="ctr">
                    <a:lnL w="6350" cap="flat" cmpd="sng" algn="ctr">
                      <a:solidFill>
                        <a:schemeClr val="bg2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r" rtl="0" fontAlgn="ctr"/>
                      <a:r>
                        <a:rPr lang="en-US" altLang="ko-KR" sz="700" b="0" i="0" u="none" strike="noStrike" kern="1200" dirty="0">
                          <a:solidFill>
                            <a:srgbClr val="000000"/>
                          </a:solidFill>
                          <a:effectLst/>
                          <a:latin typeface="대명체 보통" panose="020B0600000101010101" pitchFamily="50" charset="-127"/>
                          <a:ea typeface="대명체 보통" panose="020B0600000101010101" pitchFamily="50" charset="-127"/>
                          <a:cs typeface="+mn-cs"/>
                        </a:rPr>
                        <a:t>11%</a:t>
                      </a:r>
                    </a:p>
                  </a:txBody>
                  <a:tcPr marL="9525" marR="9525" marT="9525" marB="0" anchor="ctr">
                    <a:lnL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chemeClr val="bg2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r" rtl="0" fontAlgn="ctr"/>
                      <a:r>
                        <a:rPr lang="en-US" altLang="ko-KR" sz="700" b="0" i="0" u="none" strike="noStrike" kern="1200" dirty="0" smtClean="0">
                          <a:solidFill>
                            <a:srgbClr val="000000"/>
                          </a:solidFill>
                          <a:effectLst/>
                          <a:latin typeface="대명체 보통" panose="020B0600000101010101" pitchFamily="50" charset="-127"/>
                          <a:ea typeface="대명체 보통" panose="020B0600000101010101" pitchFamily="50" charset="-127"/>
                          <a:cs typeface="+mn-cs"/>
                        </a:rPr>
                        <a:t>1,524</a:t>
                      </a:r>
                      <a:endParaRPr lang="en-US" altLang="ko-KR" sz="700" b="0" i="0" u="none" strike="noStrike" kern="1200" dirty="0">
                        <a:solidFill>
                          <a:srgbClr val="000000"/>
                        </a:solidFill>
                        <a:effectLst/>
                        <a:latin typeface="대명체 보통" panose="020B0600000101010101" pitchFamily="50" charset="-127"/>
                        <a:ea typeface="대명체 보통" panose="020B0600000101010101" pitchFamily="50" charset="-127"/>
                        <a:cs typeface="+mn-cs"/>
                      </a:endParaRPr>
                    </a:p>
                  </a:txBody>
                  <a:tcPr marL="9525" marR="9525" marT="9525" marB="0" anchor="ctr">
                    <a:lnL w="6350" cap="flat" cmpd="sng" algn="ctr">
                      <a:solidFill>
                        <a:schemeClr val="bg2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chemeClr val="bg2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r" rtl="0" fontAlgn="ctr"/>
                      <a:r>
                        <a:rPr lang="en-US" altLang="ko-KR" sz="700" b="0" i="0" u="none" strike="noStrike" kern="1200" dirty="0">
                          <a:solidFill>
                            <a:srgbClr val="000000"/>
                          </a:solidFill>
                          <a:effectLst/>
                          <a:latin typeface="대명체 보통" panose="020B0600000101010101" pitchFamily="50" charset="-127"/>
                          <a:ea typeface="대명체 보통" panose="020B0600000101010101" pitchFamily="50" charset="-127"/>
                          <a:cs typeface="+mn-cs"/>
                        </a:rPr>
                        <a:t>126%</a:t>
                      </a:r>
                    </a:p>
                  </a:txBody>
                  <a:tcPr marL="9525" marR="9525" marT="9525" marB="0" anchor="ctr">
                    <a:lnL w="6350" cap="flat" cmpd="sng" algn="ctr">
                      <a:solidFill>
                        <a:schemeClr val="bg2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chemeClr val="bg2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r" rtl="0" fontAlgn="ctr"/>
                      <a:r>
                        <a:rPr lang="en-US" altLang="ko-KR" sz="700" b="0" i="0" u="none" strike="noStrike" kern="1200" dirty="0">
                          <a:solidFill>
                            <a:srgbClr val="000000"/>
                          </a:solidFill>
                          <a:effectLst/>
                          <a:latin typeface="대명체 보통" panose="020B0600000101010101" pitchFamily="50" charset="-127"/>
                          <a:ea typeface="대명체 보통" panose="020B0600000101010101" pitchFamily="50" charset="-127"/>
                          <a:cs typeface="+mn-cs"/>
                        </a:rPr>
                        <a:t>3,714</a:t>
                      </a:r>
                    </a:p>
                  </a:txBody>
                  <a:tcPr marL="9525" marR="9525" marT="9525" marB="0" anchor="ctr">
                    <a:lnL w="6350" cap="flat" cmpd="sng" algn="ctr">
                      <a:solidFill>
                        <a:schemeClr val="bg2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r" rtl="0" fontAlgn="ctr"/>
                      <a:r>
                        <a:rPr lang="en-US" altLang="ko-KR" sz="700" b="0" i="0" u="none" strike="noStrike" kern="1200" dirty="0">
                          <a:solidFill>
                            <a:srgbClr val="000000"/>
                          </a:solidFill>
                          <a:effectLst/>
                          <a:latin typeface="대명체 보통" panose="020B0600000101010101" pitchFamily="50" charset="-127"/>
                          <a:ea typeface="대명체 보통" panose="020B0600000101010101" pitchFamily="50" charset="-127"/>
                          <a:cs typeface="+mn-cs"/>
                        </a:rPr>
                        <a:t>8%</a:t>
                      </a:r>
                    </a:p>
                  </a:txBody>
                  <a:tcPr marL="9525" marR="9525" marT="9525" marB="0" anchor="ctr">
                    <a:lnL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chemeClr val="bg2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r" rtl="0" fontAlgn="ctr"/>
                      <a:r>
                        <a:rPr lang="en-US" altLang="ko-KR" sz="700" b="0" i="0" u="none" strike="noStrike" kern="1200">
                          <a:solidFill>
                            <a:srgbClr val="000000"/>
                          </a:solidFill>
                          <a:effectLst/>
                          <a:latin typeface="대명체 보통" panose="020B0600000101010101" pitchFamily="50" charset="-127"/>
                          <a:ea typeface="대명체 보통" panose="020B0600000101010101" pitchFamily="50" charset="-127"/>
                          <a:cs typeface="+mn-cs"/>
                        </a:rPr>
                        <a:t>3,669</a:t>
                      </a:r>
                    </a:p>
                  </a:txBody>
                  <a:tcPr marL="9525" marR="9525" marT="9525" marB="0" anchor="ctr">
                    <a:lnL w="6350" cap="flat" cmpd="sng" algn="ctr">
                      <a:solidFill>
                        <a:schemeClr val="bg2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chemeClr val="bg2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r" rtl="0" fontAlgn="ctr"/>
                      <a:r>
                        <a:rPr lang="en-US" altLang="ko-KR" sz="700" b="0" i="0" u="none" strike="noStrike" kern="1200">
                          <a:solidFill>
                            <a:srgbClr val="000000"/>
                          </a:solidFill>
                          <a:effectLst/>
                          <a:latin typeface="대명체 보통" panose="020B0600000101010101" pitchFamily="50" charset="-127"/>
                          <a:ea typeface="대명체 보통" panose="020B0600000101010101" pitchFamily="50" charset="-127"/>
                          <a:cs typeface="+mn-cs"/>
                        </a:rPr>
                        <a:t>99%</a:t>
                      </a:r>
                    </a:p>
                  </a:txBody>
                  <a:tcPr marL="9525" marR="9525" marT="9525" marB="0" anchor="ctr">
                    <a:lnL w="6350" cap="flat" cmpd="sng" algn="ctr">
                      <a:solidFill>
                        <a:schemeClr val="bg2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r" fontAlgn="ctr"/>
                      <a:endParaRPr lang="ko-KR" altLang="en-US" sz="700" b="0" i="0" u="none" strike="noStrike" kern="1200">
                        <a:solidFill>
                          <a:srgbClr val="000000"/>
                        </a:solidFill>
                        <a:effectLst/>
                        <a:latin typeface="대명체 보통" panose="020B0600000101010101" pitchFamily="50" charset="-127"/>
                        <a:ea typeface="대명체 보통" panose="020B0600000101010101" pitchFamily="50" charset="-127"/>
                        <a:cs typeface="+mn-cs"/>
                      </a:endParaRPr>
                    </a:p>
                  </a:txBody>
                  <a:tcPr marL="9525" marR="9525" marT="9525" marB="0" anchor="ctr">
                    <a:lnL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</a:tcPr>
                </a:tc>
                <a:tc>
                  <a:txBody>
                    <a:bodyPr/>
                    <a:lstStyle/>
                    <a:p>
                      <a:pPr algn="r" rtl="0" fontAlgn="ctr"/>
                      <a:r>
                        <a:rPr lang="en-US" altLang="ko-KR" sz="700" b="0" i="0" u="none" strike="noStrike" kern="1200">
                          <a:solidFill>
                            <a:srgbClr val="000000"/>
                          </a:solidFill>
                          <a:effectLst/>
                          <a:latin typeface="대명체 보통" panose="020B0600000101010101" pitchFamily="50" charset="-127"/>
                          <a:ea typeface="대명체 보통" panose="020B0600000101010101" pitchFamily="50" charset="-127"/>
                          <a:cs typeface="+mn-cs"/>
                        </a:rPr>
                        <a:t>60,643</a:t>
                      </a:r>
                    </a:p>
                  </a:txBody>
                  <a:tcPr marL="9525" marR="9525" marT="9525" marB="0" anchor="ctr">
                    <a:lnL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r" rtl="0" fontAlgn="ctr"/>
                      <a:r>
                        <a:rPr lang="en-US" altLang="ko-KR" sz="700" b="0" i="0" u="none" strike="noStrike" kern="1200">
                          <a:solidFill>
                            <a:srgbClr val="000000"/>
                          </a:solidFill>
                          <a:effectLst/>
                          <a:latin typeface="대명체 보통" panose="020B0600000101010101" pitchFamily="50" charset="-127"/>
                          <a:ea typeface="대명체 보통" panose="020B0600000101010101" pitchFamily="50" charset="-127"/>
                          <a:cs typeface="+mn-cs"/>
                        </a:rPr>
                        <a:t>9%</a:t>
                      </a:r>
                    </a:p>
                  </a:txBody>
                  <a:tcPr marL="9525" marR="9525" marT="9525" marB="0" anchor="ctr">
                    <a:lnL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chemeClr val="bg2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r" rtl="0" fontAlgn="ctr"/>
                      <a:r>
                        <a:rPr lang="en-US" altLang="ko-KR" sz="700" b="0" i="0" u="none" strike="noStrike" kern="1200" dirty="0">
                          <a:solidFill>
                            <a:srgbClr val="000000"/>
                          </a:solidFill>
                          <a:effectLst/>
                          <a:latin typeface="대명체 보통" panose="020B0600000101010101" pitchFamily="50" charset="-127"/>
                          <a:ea typeface="대명체 보통" panose="020B0600000101010101" pitchFamily="50" charset="-127"/>
                          <a:cs typeface="+mn-cs"/>
                        </a:rPr>
                        <a:t>68,644</a:t>
                      </a:r>
                    </a:p>
                  </a:txBody>
                  <a:tcPr marL="9525" marR="9525" marT="9525" marB="0" anchor="ctr">
                    <a:lnL w="6350" cap="flat" cmpd="sng" algn="ctr">
                      <a:solidFill>
                        <a:schemeClr val="bg2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r" rtl="0" fontAlgn="ctr"/>
                      <a:r>
                        <a:rPr lang="en-US" altLang="ko-KR" sz="700" b="0" i="0" u="none" strike="noStrike" kern="1200">
                          <a:solidFill>
                            <a:srgbClr val="000000"/>
                          </a:solidFill>
                          <a:effectLst/>
                          <a:latin typeface="대명체 보통" panose="020B0600000101010101" pitchFamily="50" charset="-127"/>
                          <a:ea typeface="대명체 보통" panose="020B0600000101010101" pitchFamily="50" charset="-127"/>
                          <a:cs typeface="+mn-cs"/>
                        </a:rPr>
                        <a:t>15%</a:t>
                      </a:r>
                    </a:p>
                  </a:txBody>
                  <a:tcPr marL="9525" marR="9525" marT="9525" marB="0" anchor="ctr">
                    <a:lnL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chemeClr val="bg2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r" rtl="0" fontAlgn="ctr"/>
                      <a:r>
                        <a:rPr lang="ko-KR" altLang="en-US" sz="700" b="0" i="0" u="none" strike="noStrike" kern="1200">
                          <a:solidFill>
                            <a:srgbClr val="000000"/>
                          </a:solidFill>
                          <a:effectLst/>
                          <a:latin typeface="대명체 보통" panose="020B0600000101010101" pitchFamily="50" charset="-127"/>
                          <a:ea typeface="대명체 보통" panose="020B0600000101010101" pitchFamily="50" charset="-127"/>
                          <a:cs typeface="+mn-cs"/>
                        </a:rPr>
                        <a:t>8,002</a:t>
                      </a:r>
                    </a:p>
                  </a:txBody>
                  <a:tcPr marL="9525" marR="9525" marT="9525" marB="0" anchor="ctr">
                    <a:lnL w="6350" cap="flat" cmpd="sng" algn="ctr">
                      <a:solidFill>
                        <a:schemeClr val="bg2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chemeClr val="bg2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r" rtl="0" fontAlgn="ctr"/>
                      <a:r>
                        <a:rPr lang="en-US" altLang="ko-KR" sz="700" b="0" i="0" u="none" strike="noStrike" kern="1200">
                          <a:solidFill>
                            <a:srgbClr val="000000"/>
                          </a:solidFill>
                          <a:effectLst/>
                          <a:latin typeface="대명체 보통" panose="020B0600000101010101" pitchFamily="50" charset="-127"/>
                          <a:ea typeface="대명체 보통" panose="020B0600000101010101" pitchFamily="50" charset="-127"/>
                          <a:cs typeface="+mn-cs"/>
                        </a:rPr>
                        <a:t>113%</a:t>
                      </a:r>
                    </a:p>
                  </a:txBody>
                  <a:tcPr marL="9525" marR="9525" marT="9525" marB="0" anchor="ctr">
                    <a:lnL w="6350" cap="flat" cmpd="sng" algn="ctr">
                      <a:solidFill>
                        <a:schemeClr val="bg2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chemeClr val="bg2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r" rtl="0" fontAlgn="ctr"/>
                      <a:r>
                        <a:rPr lang="en-US" altLang="ko-KR" sz="700" b="0" i="0" u="none" strike="noStrike" kern="1200">
                          <a:solidFill>
                            <a:srgbClr val="000000"/>
                          </a:solidFill>
                          <a:effectLst/>
                          <a:latin typeface="대명체 보통" panose="020B0600000101010101" pitchFamily="50" charset="-127"/>
                          <a:ea typeface="대명체 보통" panose="020B0600000101010101" pitchFamily="50" charset="-127"/>
                          <a:cs typeface="+mn-cs"/>
                        </a:rPr>
                        <a:t>48,655</a:t>
                      </a:r>
                    </a:p>
                  </a:txBody>
                  <a:tcPr marL="9525" marR="9525" marT="9525" marB="0" anchor="ctr">
                    <a:lnL w="6350" cap="flat" cmpd="sng" algn="ctr">
                      <a:solidFill>
                        <a:schemeClr val="bg2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r" rtl="0" fontAlgn="ctr"/>
                      <a:r>
                        <a:rPr lang="en-US" altLang="ko-KR" sz="700" b="0" i="0" u="none" strike="noStrike" kern="1200">
                          <a:solidFill>
                            <a:srgbClr val="000000"/>
                          </a:solidFill>
                          <a:effectLst/>
                          <a:latin typeface="대명체 보통" panose="020B0600000101010101" pitchFamily="50" charset="-127"/>
                          <a:ea typeface="대명체 보통" panose="020B0600000101010101" pitchFamily="50" charset="-127"/>
                          <a:cs typeface="+mn-cs"/>
                        </a:rPr>
                        <a:t>10%</a:t>
                      </a:r>
                    </a:p>
                  </a:txBody>
                  <a:tcPr marL="9525" marR="9525" marT="9525" marB="0" anchor="ctr">
                    <a:lnL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chemeClr val="bg2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r" rtl="0" fontAlgn="ctr"/>
                      <a:r>
                        <a:rPr lang="en-US" altLang="ko-KR" sz="700" b="0" i="0" u="none" strike="noStrike" kern="1200">
                          <a:solidFill>
                            <a:srgbClr val="000000"/>
                          </a:solidFill>
                          <a:effectLst/>
                          <a:latin typeface="대명체 보통" panose="020B0600000101010101" pitchFamily="50" charset="-127"/>
                          <a:ea typeface="대명체 보통" panose="020B0600000101010101" pitchFamily="50" charset="-127"/>
                          <a:cs typeface="+mn-cs"/>
                        </a:rPr>
                        <a:t>19,990</a:t>
                      </a:r>
                    </a:p>
                  </a:txBody>
                  <a:tcPr marL="9525" marR="9525" marT="9525" marB="0" anchor="ctr">
                    <a:lnL w="6350" cap="flat" cmpd="sng" algn="ctr">
                      <a:solidFill>
                        <a:schemeClr val="bg2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chemeClr val="bg2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r" rtl="0" fontAlgn="ctr"/>
                      <a:r>
                        <a:rPr lang="en-US" altLang="ko-KR" sz="700" b="0" i="0" u="none" strike="noStrike" kern="1200">
                          <a:solidFill>
                            <a:srgbClr val="000000"/>
                          </a:solidFill>
                          <a:effectLst/>
                          <a:latin typeface="대명체 보통" panose="020B0600000101010101" pitchFamily="50" charset="-127"/>
                          <a:ea typeface="대명체 보통" panose="020B0600000101010101" pitchFamily="50" charset="-127"/>
                          <a:cs typeface="+mn-cs"/>
                        </a:rPr>
                        <a:t>41%</a:t>
                      </a:r>
                    </a:p>
                  </a:txBody>
                  <a:tcPr marL="9525" marR="9525" marT="9525" marB="0" anchor="ctr">
                    <a:lnL w="6350" cap="flat" cmpd="sng" algn="ctr">
                      <a:solidFill>
                        <a:schemeClr val="bg2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>
                      <a:noFill/>
                    </a:lnR>
                    <a:lnT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extLst>
                  <a:ext uri="{0D108BD9-81ED-4DB2-BD59-A6C34878D82A}">
                    <a16:rowId xmlns:a16="http://schemas.microsoft.com/office/drawing/2014/main" val="1348999865"/>
                  </a:ext>
                </a:extLst>
              </a:tr>
              <a:tr h="282462">
                <a:tc>
                  <a:txBody>
                    <a:bodyPr/>
                    <a:lstStyle/>
                    <a:p>
                      <a:pPr algn="l" rtl="0" fontAlgn="ctr"/>
                      <a:endParaRPr lang="ko-KR" altLang="en-US" sz="800" b="0" i="0" u="none" strike="noStrike" dirty="0">
                        <a:ln>
                          <a:solidFill>
                            <a:schemeClr val="accent1">
                              <a:alpha val="0"/>
                            </a:schemeClr>
                          </a:solidFill>
                        </a:ln>
                        <a:solidFill>
                          <a:schemeClr val="tx1">
                            <a:lumMod val="95000"/>
                            <a:lumOff val="5000"/>
                          </a:schemeClr>
                        </a:solidFill>
                        <a:effectLst/>
                        <a:latin typeface="대명체 보통" panose="020B0600000101010101" pitchFamily="50" charset="-127"/>
                        <a:ea typeface="대명체 보통" panose="020B0600000101010101" pitchFamily="50" charset="-127"/>
                      </a:endParaRPr>
                    </a:p>
                  </a:txBody>
                  <a:tcPr marL="66462" marR="33231" marT="7036" marB="0" anchor="ctr">
                    <a:lnL>
                      <a:noFill/>
                    </a:lnL>
                    <a:lnR w="6350" cap="flat" cmpd="sng" algn="ctr">
                      <a:solidFill>
                        <a:schemeClr val="bg2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chemeClr val="bg2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l" rtl="0" fontAlgn="ctr"/>
                      <a:r>
                        <a:rPr lang="en-US" sz="800" b="0" i="0" u="none" strike="noStrike" dirty="0" smtClean="0">
                          <a:ln>
                            <a:solidFill>
                              <a:schemeClr val="accent1">
                                <a:alpha val="0"/>
                              </a:schemeClr>
                            </a:solidFill>
                          </a:ln>
                          <a:solidFill>
                            <a:schemeClr val="tx1">
                              <a:lumMod val="95000"/>
                              <a:lumOff val="5000"/>
                            </a:schemeClr>
                          </a:solidFill>
                          <a:effectLst/>
                          <a:latin typeface="대명체 보통" panose="020B0600000101010101" pitchFamily="50" charset="-127"/>
                          <a:ea typeface="대명체 보통" panose="020B0600000101010101" pitchFamily="50" charset="-127"/>
                        </a:rPr>
                        <a:t>Inbound</a:t>
                      </a:r>
                      <a:endParaRPr lang="en-US" sz="800" b="0" i="0" u="none" strike="noStrike" dirty="0">
                        <a:ln>
                          <a:solidFill>
                            <a:schemeClr val="accent1">
                              <a:alpha val="0"/>
                            </a:schemeClr>
                          </a:solidFill>
                        </a:ln>
                        <a:solidFill>
                          <a:schemeClr val="tx1">
                            <a:lumMod val="95000"/>
                            <a:lumOff val="5000"/>
                          </a:schemeClr>
                        </a:solidFill>
                        <a:effectLst/>
                        <a:latin typeface="대명체 보통" panose="020B0600000101010101" pitchFamily="50" charset="-127"/>
                        <a:ea typeface="대명체 보통" panose="020B0600000101010101" pitchFamily="50" charset="-127"/>
                      </a:endParaRPr>
                    </a:p>
                  </a:txBody>
                  <a:tcPr marL="66462" marR="33231" marT="7036" marB="0" anchor="ctr">
                    <a:lnL w="6350" cap="flat" cmpd="sng" algn="ctr">
                      <a:solidFill>
                        <a:schemeClr val="bg2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chemeClr val="bg2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chemeClr val="bg2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r" rtl="0" fontAlgn="ctr"/>
                      <a:r>
                        <a:rPr lang="en-US" altLang="ko-KR" sz="700" b="0" i="0" u="none" strike="noStrike" kern="1200" dirty="0" smtClean="0">
                          <a:solidFill>
                            <a:srgbClr val="000000"/>
                          </a:solidFill>
                          <a:effectLst/>
                          <a:latin typeface="대명체 보통" panose="020B0600000101010101" pitchFamily="50" charset="-127"/>
                          <a:ea typeface="대명체 보통" panose="020B0600000101010101" pitchFamily="50" charset="-127"/>
                          <a:cs typeface="+mn-cs"/>
                        </a:rPr>
                        <a:t>520</a:t>
                      </a:r>
                      <a:endParaRPr lang="en-US" altLang="ko-KR" sz="700" b="0" i="0" u="none" strike="noStrike" kern="1200" dirty="0">
                        <a:solidFill>
                          <a:srgbClr val="000000"/>
                        </a:solidFill>
                        <a:effectLst/>
                        <a:latin typeface="대명체 보통" panose="020B0600000101010101" pitchFamily="50" charset="-127"/>
                        <a:ea typeface="대명체 보통" panose="020B0600000101010101" pitchFamily="50" charset="-127"/>
                        <a:cs typeface="+mn-cs"/>
                      </a:endParaRPr>
                    </a:p>
                  </a:txBody>
                  <a:tcPr marL="9525" marR="9525" marT="9525" marB="0" anchor="ctr">
                    <a:lnL w="6350" cap="flat" cmpd="sng" algn="ctr">
                      <a:solidFill>
                        <a:schemeClr val="bg2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chemeClr val="bg2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r" rtl="0" fontAlgn="ctr"/>
                      <a:r>
                        <a:rPr lang="en-US" altLang="ko-KR" sz="700" b="0" i="0" u="none" strike="noStrike" kern="1200" dirty="0">
                          <a:solidFill>
                            <a:srgbClr val="000000"/>
                          </a:solidFill>
                          <a:effectLst/>
                          <a:latin typeface="대명체 보통" panose="020B0600000101010101" pitchFamily="50" charset="-127"/>
                          <a:ea typeface="대명체 보통" panose="020B0600000101010101" pitchFamily="50" charset="-127"/>
                          <a:cs typeface="+mn-cs"/>
                        </a:rPr>
                        <a:t>1%</a:t>
                      </a:r>
                    </a:p>
                  </a:txBody>
                  <a:tcPr marL="9525" marR="9525" marT="9525" marB="0" anchor="ctr">
                    <a:lnL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chemeClr val="bg2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chemeClr val="bg2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r" rtl="0" fontAlgn="ctr"/>
                      <a:r>
                        <a:rPr lang="en-US" altLang="ko-KR" sz="700" b="0" i="0" u="none" strike="noStrike" kern="1200" dirty="0" smtClean="0">
                          <a:solidFill>
                            <a:srgbClr val="000000"/>
                          </a:solidFill>
                          <a:effectLst/>
                          <a:latin typeface="대명체 보통" panose="020B0600000101010101" pitchFamily="50" charset="-127"/>
                          <a:ea typeface="대명체 보통" panose="020B0600000101010101" pitchFamily="50" charset="-127"/>
                          <a:cs typeface="+mn-cs"/>
                        </a:rPr>
                        <a:t>827</a:t>
                      </a:r>
                      <a:endParaRPr lang="en-US" altLang="ko-KR" sz="700" b="0" i="0" u="none" strike="noStrike" kern="1200" dirty="0">
                        <a:solidFill>
                          <a:srgbClr val="000000"/>
                        </a:solidFill>
                        <a:effectLst/>
                        <a:latin typeface="대명체 보통" panose="020B0600000101010101" pitchFamily="50" charset="-127"/>
                        <a:ea typeface="대명체 보통" panose="020B0600000101010101" pitchFamily="50" charset="-127"/>
                        <a:cs typeface="+mn-cs"/>
                      </a:endParaRPr>
                    </a:p>
                  </a:txBody>
                  <a:tcPr marL="9525" marR="9525" marT="9525" marB="0" anchor="ctr">
                    <a:lnL w="6350" cap="flat" cmpd="sng" algn="ctr">
                      <a:solidFill>
                        <a:schemeClr val="bg2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chemeClr val="bg2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r" rtl="0" fontAlgn="ctr"/>
                      <a:r>
                        <a:rPr lang="en-US" altLang="ko-KR" sz="700" b="0" i="0" u="none" strike="noStrike" kern="1200" dirty="0">
                          <a:solidFill>
                            <a:srgbClr val="000000"/>
                          </a:solidFill>
                          <a:effectLst/>
                          <a:latin typeface="대명체 보통" panose="020B0600000101010101" pitchFamily="50" charset="-127"/>
                          <a:ea typeface="대명체 보통" panose="020B0600000101010101" pitchFamily="50" charset="-127"/>
                          <a:cs typeface="+mn-cs"/>
                        </a:rPr>
                        <a:t>1%</a:t>
                      </a:r>
                    </a:p>
                  </a:txBody>
                  <a:tcPr marL="9525" marR="9525" marT="9525" marB="0" anchor="ctr">
                    <a:lnL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chemeClr val="bg2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chemeClr val="bg2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marL="0" algn="r" defTabSz="914400" rtl="0" eaLnBrk="1" fontAlgn="ctr" latinLnBrk="1" hangingPunct="1"/>
                      <a:r>
                        <a:rPr lang="en-US" altLang="ko-KR" sz="700" b="0" i="0" u="none" strike="noStrike" kern="1200" dirty="0" smtClean="0">
                          <a:solidFill>
                            <a:srgbClr val="000000"/>
                          </a:solidFill>
                          <a:effectLst/>
                          <a:latin typeface="대명체 보통" panose="020B0600000101010101" pitchFamily="50" charset="-127"/>
                          <a:ea typeface="대명체 보통" panose="020B0600000101010101" pitchFamily="50" charset="-127"/>
                          <a:cs typeface="+mn-cs"/>
                        </a:rPr>
                        <a:t>307</a:t>
                      </a:r>
                      <a:endParaRPr lang="en-US" altLang="ko-KR" sz="700" b="0" i="0" u="none" strike="noStrike" kern="1200" dirty="0">
                        <a:solidFill>
                          <a:srgbClr val="FF0000"/>
                        </a:solidFill>
                        <a:effectLst/>
                        <a:latin typeface="대명체 보통" panose="020B0600000101010101" pitchFamily="50" charset="-127"/>
                        <a:ea typeface="대명체 보통" panose="020B0600000101010101" pitchFamily="50" charset="-127"/>
                        <a:cs typeface="+mn-cs"/>
                      </a:endParaRPr>
                    </a:p>
                  </a:txBody>
                  <a:tcPr marL="9525" marR="9525" marT="9525" marB="0" anchor="ctr">
                    <a:lnL w="6350" cap="flat" cmpd="sng" algn="ctr">
                      <a:solidFill>
                        <a:schemeClr val="bg2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chemeClr val="bg2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chemeClr val="bg2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r" rtl="0" fontAlgn="ctr"/>
                      <a:r>
                        <a:rPr lang="en-US" altLang="ko-KR" sz="700" b="0" i="0" u="none" strike="noStrike" kern="1200">
                          <a:solidFill>
                            <a:srgbClr val="000000"/>
                          </a:solidFill>
                          <a:effectLst/>
                          <a:latin typeface="대명체 보통" panose="020B0600000101010101" pitchFamily="50" charset="-127"/>
                          <a:ea typeface="대명체 보통" panose="020B0600000101010101" pitchFamily="50" charset="-127"/>
                          <a:cs typeface="+mn-cs"/>
                        </a:rPr>
                        <a:t>159%</a:t>
                      </a:r>
                    </a:p>
                  </a:txBody>
                  <a:tcPr marL="9525" marR="9525" marT="9525" marB="0" anchor="ctr">
                    <a:lnL w="6350" cap="flat" cmpd="sng" algn="ctr">
                      <a:solidFill>
                        <a:schemeClr val="bg2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chemeClr val="bg2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chemeClr val="bg2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r" rtl="0" fontAlgn="ctr"/>
                      <a:r>
                        <a:rPr lang="en-US" altLang="ko-KR" sz="700" b="0" i="0" u="none" strike="noStrike" kern="1200" dirty="0" smtClean="0">
                          <a:solidFill>
                            <a:srgbClr val="000000"/>
                          </a:solidFill>
                          <a:effectLst/>
                          <a:latin typeface="대명체 보통" panose="020B0600000101010101" pitchFamily="50" charset="-127"/>
                          <a:ea typeface="대명체 보통" panose="020B0600000101010101" pitchFamily="50" charset="-127"/>
                          <a:cs typeface="+mn-cs"/>
                        </a:rPr>
                        <a:t>461</a:t>
                      </a:r>
                      <a:endParaRPr lang="en-US" altLang="ko-KR" sz="700" b="0" i="0" u="none" strike="noStrike" kern="1200" dirty="0">
                        <a:solidFill>
                          <a:srgbClr val="000000"/>
                        </a:solidFill>
                        <a:effectLst/>
                        <a:latin typeface="대명체 보통" panose="020B0600000101010101" pitchFamily="50" charset="-127"/>
                        <a:ea typeface="대명체 보통" panose="020B0600000101010101" pitchFamily="50" charset="-127"/>
                        <a:cs typeface="+mn-cs"/>
                      </a:endParaRPr>
                    </a:p>
                  </a:txBody>
                  <a:tcPr marL="9525" marR="9525" marT="9525" marB="0" anchor="ctr">
                    <a:lnL w="6350" cap="flat" cmpd="sng" algn="ctr">
                      <a:solidFill>
                        <a:schemeClr val="bg2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chemeClr val="bg2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r" rtl="0" fontAlgn="ctr"/>
                      <a:r>
                        <a:rPr lang="en-US" altLang="ko-KR" sz="700" b="0" i="0" u="none" strike="noStrike" kern="1200">
                          <a:solidFill>
                            <a:srgbClr val="000000"/>
                          </a:solidFill>
                          <a:effectLst/>
                          <a:latin typeface="대명체 보통" panose="020B0600000101010101" pitchFamily="50" charset="-127"/>
                          <a:ea typeface="대명체 보통" panose="020B0600000101010101" pitchFamily="50" charset="-127"/>
                          <a:cs typeface="+mn-cs"/>
                        </a:rPr>
                        <a:t>1%</a:t>
                      </a:r>
                    </a:p>
                  </a:txBody>
                  <a:tcPr marL="9525" marR="9525" marT="9525" marB="0" anchor="ctr">
                    <a:lnL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chemeClr val="bg2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chemeClr val="bg2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marL="0" algn="r" defTabSz="914400" rtl="0" eaLnBrk="1" fontAlgn="ctr" latinLnBrk="1" hangingPunct="1"/>
                      <a:r>
                        <a:rPr lang="en-US" altLang="ko-KR" sz="700" b="0" i="0" u="none" strike="noStrike" kern="1200" dirty="0">
                          <a:solidFill>
                            <a:srgbClr val="000000"/>
                          </a:solidFill>
                          <a:effectLst/>
                          <a:latin typeface="대명체 보통" panose="020B0600000101010101" pitchFamily="50" charset="-127"/>
                          <a:ea typeface="대명체 보통" panose="020B0600000101010101" pitchFamily="50" charset="-127"/>
                          <a:cs typeface="+mn-cs"/>
                        </a:rPr>
                        <a:t>366</a:t>
                      </a:r>
                    </a:p>
                  </a:txBody>
                  <a:tcPr marL="9525" marR="9525" marT="9525" marB="0" anchor="ctr">
                    <a:lnL w="6350" cap="flat" cmpd="sng" algn="ctr">
                      <a:solidFill>
                        <a:schemeClr val="bg2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chemeClr val="bg2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chemeClr val="bg2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marL="0" algn="r" defTabSz="914400" rtl="0" eaLnBrk="1" fontAlgn="ctr" latinLnBrk="1" hangingPunct="1"/>
                      <a:r>
                        <a:rPr lang="en-US" altLang="ko-KR" sz="700" b="0" i="0" u="none" strike="noStrike" kern="1200" dirty="0">
                          <a:solidFill>
                            <a:srgbClr val="000000"/>
                          </a:solidFill>
                          <a:effectLst/>
                          <a:latin typeface="대명체 보통" panose="020B0600000101010101" pitchFamily="50" charset="-127"/>
                          <a:ea typeface="대명체 보통" panose="020B0600000101010101" pitchFamily="50" charset="-127"/>
                          <a:cs typeface="+mn-cs"/>
                        </a:rPr>
                        <a:t>79%</a:t>
                      </a:r>
                    </a:p>
                  </a:txBody>
                  <a:tcPr marL="9525" marR="9525" marT="9525" marB="0" anchor="ctr">
                    <a:lnL w="6350" cap="flat" cmpd="sng" algn="ctr">
                      <a:solidFill>
                        <a:schemeClr val="bg2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chemeClr val="bg2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r" fontAlgn="ctr"/>
                      <a:endParaRPr lang="ko-KR" altLang="en-US" sz="700" b="0" i="0" u="none" strike="noStrike" kern="1200" dirty="0">
                        <a:solidFill>
                          <a:srgbClr val="000000"/>
                        </a:solidFill>
                        <a:effectLst/>
                        <a:latin typeface="대명체 보통" panose="020B0600000101010101" pitchFamily="50" charset="-127"/>
                        <a:ea typeface="대명체 보통" panose="020B0600000101010101" pitchFamily="50" charset="-127"/>
                        <a:cs typeface="+mn-cs"/>
                      </a:endParaRPr>
                    </a:p>
                  </a:txBody>
                  <a:tcPr marL="9525" marR="9525" marT="9525" marB="0" anchor="ctr">
                    <a:lnL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</a:tcPr>
                </a:tc>
                <a:tc>
                  <a:txBody>
                    <a:bodyPr/>
                    <a:lstStyle/>
                    <a:p>
                      <a:pPr algn="r" rtl="0" fontAlgn="ctr"/>
                      <a:r>
                        <a:rPr lang="en-US" altLang="ko-KR" sz="700" b="0" i="0" u="none" strike="noStrike" kern="1200" dirty="0">
                          <a:solidFill>
                            <a:srgbClr val="000000"/>
                          </a:solidFill>
                          <a:effectLst/>
                          <a:latin typeface="대명체 보통" panose="020B0600000101010101" pitchFamily="50" charset="-127"/>
                          <a:ea typeface="대명체 보통" panose="020B0600000101010101" pitchFamily="50" charset="-127"/>
                          <a:cs typeface="+mn-cs"/>
                        </a:rPr>
                        <a:t>4,389</a:t>
                      </a:r>
                    </a:p>
                  </a:txBody>
                  <a:tcPr marL="9525" marR="9525" marT="9525" marB="0" anchor="ctr">
                    <a:lnL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chemeClr val="bg2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r" rtl="0" fontAlgn="ctr"/>
                      <a:r>
                        <a:rPr lang="en-US" altLang="ko-KR" sz="700" b="0" i="0" u="none" strike="noStrike" kern="1200">
                          <a:solidFill>
                            <a:srgbClr val="000000"/>
                          </a:solidFill>
                          <a:effectLst/>
                          <a:latin typeface="대명체 보통" panose="020B0600000101010101" pitchFamily="50" charset="-127"/>
                          <a:ea typeface="대명체 보통" panose="020B0600000101010101" pitchFamily="50" charset="-127"/>
                          <a:cs typeface="+mn-cs"/>
                        </a:rPr>
                        <a:t>2%</a:t>
                      </a:r>
                    </a:p>
                  </a:txBody>
                  <a:tcPr marL="9525" marR="9525" marT="9525" marB="0" anchor="ctr">
                    <a:lnL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chemeClr val="bg2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chemeClr val="bg2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r" rtl="0" fontAlgn="ctr"/>
                      <a:r>
                        <a:rPr lang="en-US" altLang="ko-KR" sz="700" b="0" i="0" u="none" strike="noStrike" kern="1200">
                          <a:solidFill>
                            <a:srgbClr val="000000"/>
                          </a:solidFill>
                          <a:effectLst/>
                          <a:latin typeface="대명체 보통" panose="020B0600000101010101" pitchFamily="50" charset="-127"/>
                          <a:ea typeface="대명체 보통" panose="020B0600000101010101" pitchFamily="50" charset="-127"/>
                          <a:cs typeface="+mn-cs"/>
                        </a:rPr>
                        <a:t>6,608</a:t>
                      </a:r>
                    </a:p>
                  </a:txBody>
                  <a:tcPr marL="9525" marR="9525" marT="9525" marB="0" anchor="ctr">
                    <a:lnL w="6350" cap="flat" cmpd="sng" algn="ctr">
                      <a:solidFill>
                        <a:schemeClr val="bg2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chemeClr val="bg2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r" rtl="0" fontAlgn="ctr"/>
                      <a:r>
                        <a:rPr lang="en-US" altLang="ko-KR" sz="700" b="0" i="0" u="none" strike="noStrike" kern="1200" dirty="0">
                          <a:solidFill>
                            <a:srgbClr val="000000"/>
                          </a:solidFill>
                          <a:effectLst/>
                          <a:latin typeface="대명체 보통" panose="020B0600000101010101" pitchFamily="50" charset="-127"/>
                          <a:ea typeface="대명체 보통" panose="020B0600000101010101" pitchFamily="50" charset="-127"/>
                          <a:cs typeface="+mn-cs"/>
                        </a:rPr>
                        <a:t>2%</a:t>
                      </a:r>
                    </a:p>
                  </a:txBody>
                  <a:tcPr marL="9525" marR="9525" marT="9525" marB="0" anchor="ctr">
                    <a:lnL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chemeClr val="bg2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chemeClr val="bg2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r" rtl="0" fontAlgn="ctr"/>
                      <a:r>
                        <a:rPr lang="en-US" altLang="ko-KR" sz="700" b="0" i="0" u="none" strike="noStrike" kern="1200" dirty="0" smtClean="0">
                          <a:solidFill>
                            <a:srgbClr val="000000"/>
                          </a:solidFill>
                          <a:effectLst/>
                          <a:latin typeface="대명체 보통" panose="020B0600000101010101" pitchFamily="50" charset="-127"/>
                          <a:ea typeface="대명체 보통" panose="020B0600000101010101" pitchFamily="50" charset="-127"/>
                          <a:cs typeface="+mn-cs"/>
                        </a:rPr>
                        <a:t>2,218</a:t>
                      </a:r>
                      <a:endParaRPr lang="en-US" altLang="ko-KR" sz="700" b="0" i="0" u="none" strike="noStrike" kern="1200" dirty="0">
                        <a:solidFill>
                          <a:srgbClr val="000000"/>
                        </a:solidFill>
                        <a:effectLst/>
                        <a:latin typeface="대명체 보통" panose="020B0600000101010101" pitchFamily="50" charset="-127"/>
                        <a:ea typeface="대명체 보통" panose="020B0600000101010101" pitchFamily="50" charset="-127"/>
                        <a:cs typeface="+mn-cs"/>
                      </a:endParaRPr>
                    </a:p>
                  </a:txBody>
                  <a:tcPr marL="9525" marR="9525" marT="9525" marB="0" anchor="ctr">
                    <a:lnL w="6350" cap="flat" cmpd="sng" algn="ctr">
                      <a:solidFill>
                        <a:schemeClr val="bg2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chemeClr val="bg2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chemeClr val="bg2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r" rtl="0" fontAlgn="ctr"/>
                      <a:r>
                        <a:rPr lang="en-US" altLang="ko-KR" sz="700" b="0" i="0" u="none" strike="noStrike" kern="1200" dirty="0">
                          <a:solidFill>
                            <a:srgbClr val="000000"/>
                          </a:solidFill>
                          <a:effectLst/>
                          <a:latin typeface="대명체 보통" panose="020B0600000101010101" pitchFamily="50" charset="-127"/>
                          <a:ea typeface="대명체 보통" panose="020B0600000101010101" pitchFamily="50" charset="-127"/>
                          <a:cs typeface="+mn-cs"/>
                        </a:rPr>
                        <a:t>151%</a:t>
                      </a:r>
                    </a:p>
                  </a:txBody>
                  <a:tcPr marL="9525" marR="9525" marT="9525" marB="0" anchor="ctr">
                    <a:lnL w="6350" cap="flat" cmpd="sng" algn="ctr">
                      <a:solidFill>
                        <a:schemeClr val="bg2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chemeClr val="bg2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chemeClr val="bg2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r" rtl="0" fontAlgn="ctr"/>
                      <a:r>
                        <a:rPr lang="en-US" altLang="ko-KR" sz="700" b="0" i="0" u="none" strike="noStrike" kern="1200" dirty="0">
                          <a:solidFill>
                            <a:srgbClr val="000000"/>
                          </a:solidFill>
                          <a:effectLst/>
                          <a:latin typeface="대명체 보통" panose="020B0600000101010101" pitchFamily="50" charset="-127"/>
                          <a:ea typeface="대명체 보통" panose="020B0600000101010101" pitchFamily="50" charset="-127"/>
                          <a:cs typeface="+mn-cs"/>
                        </a:rPr>
                        <a:t>4,054</a:t>
                      </a:r>
                    </a:p>
                  </a:txBody>
                  <a:tcPr marL="9525" marR="9525" marT="9525" marB="0" anchor="ctr">
                    <a:lnL w="6350" cap="flat" cmpd="sng" algn="ctr">
                      <a:solidFill>
                        <a:schemeClr val="bg2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chemeClr val="bg2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r" rtl="0" fontAlgn="ctr"/>
                      <a:r>
                        <a:rPr lang="en-US" altLang="ko-KR" sz="700" b="0" i="0" u="none" strike="noStrike" kern="1200">
                          <a:solidFill>
                            <a:srgbClr val="000000"/>
                          </a:solidFill>
                          <a:effectLst/>
                          <a:latin typeface="대명체 보통" panose="020B0600000101010101" pitchFamily="50" charset="-127"/>
                          <a:ea typeface="대명체 보통" panose="020B0600000101010101" pitchFamily="50" charset="-127"/>
                          <a:cs typeface="+mn-cs"/>
                        </a:rPr>
                        <a:t>2%</a:t>
                      </a:r>
                    </a:p>
                  </a:txBody>
                  <a:tcPr marL="9525" marR="9525" marT="9525" marB="0" anchor="ctr">
                    <a:lnL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chemeClr val="bg2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chemeClr val="bg2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r" rtl="0" fontAlgn="ctr"/>
                      <a:r>
                        <a:rPr lang="en-US" altLang="ko-KR" sz="700" b="0" i="0" u="none" strike="noStrike" kern="1200" dirty="0">
                          <a:solidFill>
                            <a:srgbClr val="000000"/>
                          </a:solidFill>
                          <a:effectLst/>
                          <a:latin typeface="대명체 보통" panose="020B0600000101010101" pitchFamily="50" charset="-127"/>
                          <a:ea typeface="대명체 보통" panose="020B0600000101010101" pitchFamily="50" charset="-127"/>
                          <a:cs typeface="+mn-cs"/>
                        </a:rPr>
                        <a:t>2,554</a:t>
                      </a:r>
                    </a:p>
                  </a:txBody>
                  <a:tcPr marL="9525" marR="9525" marT="9525" marB="0" anchor="ctr">
                    <a:lnL w="6350" cap="flat" cmpd="sng" algn="ctr">
                      <a:solidFill>
                        <a:schemeClr val="bg2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chemeClr val="bg2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chemeClr val="bg2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r" rtl="0" fontAlgn="ctr"/>
                      <a:r>
                        <a:rPr lang="en-US" altLang="ko-KR" sz="700" b="0" i="0" u="none" strike="noStrike" kern="1200" dirty="0">
                          <a:solidFill>
                            <a:srgbClr val="000000"/>
                          </a:solidFill>
                          <a:effectLst/>
                          <a:latin typeface="대명체 보통" panose="020B0600000101010101" pitchFamily="50" charset="-127"/>
                          <a:ea typeface="대명체 보통" panose="020B0600000101010101" pitchFamily="50" charset="-127"/>
                          <a:cs typeface="+mn-cs"/>
                        </a:rPr>
                        <a:t>63%</a:t>
                      </a:r>
                    </a:p>
                  </a:txBody>
                  <a:tcPr marL="9525" marR="9525" marT="9525" marB="0" anchor="ctr">
                    <a:lnL w="6350" cap="flat" cmpd="sng" algn="ctr">
                      <a:solidFill>
                        <a:schemeClr val="bg2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>
                      <a:noFill/>
                    </a:lnR>
                    <a:lnT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chemeClr val="bg2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extLst>
                  <a:ext uri="{0D108BD9-81ED-4DB2-BD59-A6C34878D82A}">
                    <a16:rowId xmlns:a16="http://schemas.microsoft.com/office/drawing/2014/main" val="3170210481"/>
                  </a:ext>
                </a:extLst>
              </a:tr>
              <a:tr h="282462">
                <a:tc gridSpan="2">
                  <a:txBody>
                    <a:bodyPr/>
                    <a:lstStyle/>
                    <a:p>
                      <a:pPr algn="l" rtl="0" fontAlgn="ctr"/>
                      <a:r>
                        <a:rPr lang="en-US" altLang="ko-KR" sz="800" b="0" i="0" u="none" strike="noStrike" dirty="0" smtClean="0">
                          <a:ln>
                            <a:solidFill>
                              <a:schemeClr val="accent1">
                                <a:alpha val="0"/>
                              </a:schemeClr>
                            </a:solidFill>
                          </a:ln>
                          <a:solidFill>
                            <a:schemeClr val="tx1">
                              <a:lumMod val="95000"/>
                              <a:lumOff val="5000"/>
                            </a:schemeClr>
                          </a:solidFill>
                          <a:effectLst/>
                          <a:latin typeface="대명체 보통" panose="020B0600000101010101" pitchFamily="50" charset="-127"/>
                          <a:ea typeface="대명체 보통" panose="020B0600000101010101" pitchFamily="50" charset="-127"/>
                        </a:rPr>
                        <a:t>MICE</a:t>
                      </a:r>
                      <a:endParaRPr lang="ko-KR" altLang="en-US" sz="800" b="0" i="0" u="none" strike="noStrike" dirty="0">
                        <a:ln>
                          <a:solidFill>
                            <a:schemeClr val="accent1">
                              <a:alpha val="0"/>
                            </a:schemeClr>
                          </a:solidFill>
                        </a:ln>
                        <a:solidFill>
                          <a:schemeClr val="tx1">
                            <a:lumMod val="95000"/>
                            <a:lumOff val="5000"/>
                          </a:schemeClr>
                        </a:solidFill>
                        <a:effectLst/>
                        <a:latin typeface="대명체 보통" panose="020B0600000101010101" pitchFamily="50" charset="-127"/>
                        <a:ea typeface="대명체 보통" panose="020B0600000101010101" pitchFamily="50" charset="-127"/>
                      </a:endParaRPr>
                    </a:p>
                  </a:txBody>
                  <a:tcPr marL="66462" marR="33231" marT="7036" marB="0" anchor="ctr">
                    <a:lnL>
                      <a:noFill/>
                    </a:lnL>
                    <a:lnR w="6350" cap="flat" cmpd="sng" algn="ctr">
                      <a:solidFill>
                        <a:schemeClr val="bg2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chemeClr val="bg2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 hMerge="1">
                  <a:txBody>
                    <a:bodyPr/>
                    <a:lstStyle/>
                    <a:p>
                      <a:pPr latinLnBrk="1"/>
                      <a:endParaRPr lang="ko-KR" altLang="en-US"/>
                    </a:p>
                  </a:txBody>
                  <a:tcPr>
                    <a:lnL w="6350" cap="flat" cmpd="sng" algn="ctr">
                      <a:solidFill>
                        <a:srgbClr val="A6A6A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A6A6A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>
                      <a:noFill/>
                    </a:lnT>
                    <a:lnB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r" rtl="0" fontAlgn="ctr"/>
                      <a:r>
                        <a:rPr lang="en-US" altLang="ko-KR" sz="700" b="0" i="0" u="none" strike="noStrike">
                          <a:solidFill>
                            <a:srgbClr val="000000"/>
                          </a:solidFill>
                          <a:effectLst/>
                          <a:latin typeface="대명체 보통" panose="020B0600000101010101" pitchFamily="50" charset="-127"/>
                          <a:ea typeface="대명체 보통" panose="020B0600000101010101" pitchFamily="50" charset="-127"/>
                        </a:rPr>
                        <a:t>8,128</a:t>
                      </a:r>
                    </a:p>
                  </a:txBody>
                  <a:tcPr marL="8792" marR="8792" marT="8792" marB="0" anchor="ctr">
                    <a:lnL w="6350" cap="flat" cmpd="sng" algn="ctr">
                      <a:solidFill>
                        <a:schemeClr val="bg2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chemeClr val="bg2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chemeClr val="bg2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r" fontAlgn="ctr"/>
                      <a:r>
                        <a:rPr lang="en-US" altLang="ko-KR" sz="700" b="0" i="0" u="none" strike="noStrike" kern="1200" dirty="0">
                          <a:solidFill>
                            <a:srgbClr val="000000"/>
                          </a:solidFill>
                          <a:effectLst/>
                          <a:latin typeface="대명체 보통" panose="020B0600000101010101" pitchFamily="50" charset="-127"/>
                          <a:ea typeface="대명체 보통" panose="020B0600000101010101" pitchFamily="50" charset="-127"/>
                          <a:cs typeface="+mn-cs"/>
                        </a:rPr>
                        <a:t>11%</a:t>
                      </a:r>
                    </a:p>
                  </a:txBody>
                  <a:tcPr marL="8792" marR="8792" marT="8792" marB="0" anchor="ctr">
                    <a:lnL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chemeClr val="bg2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chemeClr val="bg2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chemeClr val="bg2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endParaRPr lang="ko-KR" altLang="en-US" sz="700" b="0" i="0" u="none" strike="noStrike" kern="1200" dirty="0">
                        <a:solidFill>
                          <a:srgbClr val="000000"/>
                        </a:solidFill>
                        <a:effectLst/>
                        <a:latin typeface="대명체 보통" panose="020B0600000101010101" pitchFamily="50" charset="-127"/>
                        <a:ea typeface="대명체 보통" panose="020B0600000101010101" pitchFamily="50" charset="-127"/>
                        <a:cs typeface="+mn-cs"/>
                      </a:endParaRPr>
                    </a:p>
                  </a:txBody>
                  <a:tcPr marL="8792" marR="8792" marT="8792" marB="0" anchor="ctr">
                    <a:lnL w="6350" cap="flat" cmpd="sng" algn="ctr">
                      <a:solidFill>
                        <a:schemeClr val="bg2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chemeClr val="bg2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chemeClr val="bg2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endParaRPr lang="ko-KR" altLang="en-US" dirty="0"/>
                    </a:p>
                  </a:txBody>
                  <a:tcPr marL="8792" marR="8792" marT="8792" marB="0" anchor="ctr">
                    <a:lnL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chemeClr val="bg2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chemeClr val="bg2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chemeClr val="bg2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endParaRPr lang="ko-KR" altLang="en-US"/>
                    </a:p>
                  </a:txBody>
                  <a:tcPr marL="8792" marR="8792" marT="8792" marB="0" anchor="ctr">
                    <a:lnL w="6350" cap="flat" cmpd="sng" algn="ctr">
                      <a:solidFill>
                        <a:schemeClr val="bg2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chemeClr val="bg2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chemeClr val="bg2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chemeClr val="bg2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endParaRPr lang="ko-KR" altLang="en-US"/>
                    </a:p>
                  </a:txBody>
                  <a:tcPr marL="8792" marR="8792" marT="8792" marB="0" anchor="ctr">
                    <a:lnL w="6350" cap="flat" cmpd="sng" algn="ctr">
                      <a:solidFill>
                        <a:schemeClr val="bg2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chemeClr val="bg2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chemeClr val="bg2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chemeClr val="bg2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r" rtl="0" fontAlgn="ctr"/>
                      <a:r>
                        <a:rPr lang="en-US" altLang="ko-KR" sz="700" b="0" i="0" u="none" strike="noStrike">
                          <a:solidFill>
                            <a:srgbClr val="000000"/>
                          </a:solidFill>
                          <a:effectLst/>
                          <a:latin typeface="대명체 보통" panose="020B0600000101010101" pitchFamily="50" charset="-127"/>
                          <a:ea typeface="대명체 보통" panose="020B0600000101010101" pitchFamily="50" charset="-127"/>
                        </a:rPr>
                        <a:t>6,829</a:t>
                      </a:r>
                    </a:p>
                  </a:txBody>
                  <a:tcPr marL="8792" marR="8792" marT="8792" marB="0" anchor="ctr">
                    <a:lnL w="6350" cap="flat" cmpd="sng" algn="ctr">
                      <a:solidFill>
                        <a:schemeClr val="bg2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chemeClr val="bg2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chemeClr val="bg2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r" fontAlgn="ctr"/>
                      <a:r>
                        <a:rPr lang="en-US" altLang="ko-KR" sz="700" b="0" i="0" u="none" strike="noStrike">
                          <a:solidFill>
                            <a:srgbClr val="000000"/>
                          </a:solidFill>
                          <a:effectLst/>
                          <a:latin typeface="대명체 보통" panose="020B0600000101010101" pitchFamily="50" charset="-127"/>
                          <a:ea typeface="대명체 보통" panose="020B0600000101010101" pitchFamily="50" charset="-127"/>
                        </a:rPr>
                        <a:t>12%</a:t>
                      </a:r>
                    </a:p>
                  </a:txBody>
                  <a:tcPr marL="8792" marR="8792" marT="8792" marB="0" anchor="ctr">
                    <a:lnL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chemeClr val="bg2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chemeClr val="bg2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chemeClr val="bg2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endParaRPr lang="ko-KR" altLang="en-US"/>
                    </a:p>
                  </a:txBody>
                  <a:tcPr marL="8792" marR="8792" marT="8792" marB="0" anchor="ctr">
                    <a:lnL w="6350" cap="flat" cmpd="sng" algn="ctr">
                      <a:solidFill>
                        <a:schemeClr val="bg2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chemeClr val="bg2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chemeClr val="bg2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chemeClr val="bg2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endParaRPr lang="ko-KR" altLang="en-US"/>
                    </a:p>
                  </a:txBody>
                  <a:tcPr marL="8792" marR="8792" marT="8792" marB="0" anchor="ctr">
                    <a:lnL w="6350" cap="flat" cmpd="sng" algn="ctr">
                      <a:solidFill>
                        <a:schemeClr val="bg2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chemeClr val="bg2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chemeClr val="bg2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r"/>
                      <a:endParaRPr lang="ko-KR" altLang="en-US" sz="700">
                        <a:latin typeface="대명체 보통" panose="020B0600000101010101" pitchFamily="50" charset="-127"/>
                        <a:ea typeface="대명체 보통" panose="020B0600000101010101" pitchFamily="50" charset="-127"/>
                      </a:endParaRPr>
                    </a:p>
                  </a:txBody>
                  <a:tcPr marL="8792" marR="8792" marT="8792" marB="0" anchor="ctr">
                    <a:lnL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</a:tcPr>
                </a:tc>
                <a:tc>
                  <a:txBody>
                    <a:bodyPr/>
                    <a:lstStyle/>
                    <a:p>
                      <a:pPr algn="r" rtl="0" fontAlgn="ctr"/>
                      <a:r>
                        <a:rPr lang="en-US" altLang="ko-KR" sz="700" b="0" i="0" u="none" strike="noStrike">
                          <a:solidFill>
                            <a:srgbClr val="000000"/>
                          </a:solidFill>
                          <a:effectLst/>
                          <a:latin typeface="대명체 보통" panose="020B0600000101010101" pitchFamily="50" charset="-127"/>
                          <a:ea typeface="대명체 보통" panose="020B0600000101010101" pitchFamily="50" charset="-127"/>
                        </a:rPr>
                        <a:t>31,072</a:t>
                      </a:r>
                    </a:p>
                  </a:txBody>
                  <a:tcPr marL="8792" marR="8792" marT="8792" marB="0" anchor="ctr">
                    <a:lnL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chemeClr val="bg2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chemeClr val="bg2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r" fontAlgn="ctr"/>
                      <a:r>
                        <a:rPr lang="en-US" altLang="ko-KR" sz="700" b="0" i="0" u="none" strike="noStrike">
                          <a:solidFill>
                            <a:srgbClr val="000000"/>
                          </a:solidFill>
                          <a:effectLst/>
                          <a:latin typeface="대명체 보통" panose="020B0600000101010101" pitchFamily="50" charset="-127"/>
                          <a:ea typeface="대명체 보통" panose="020B0600000101010101" pitchFamily="50" charset="-127"/>
                        </a:rPr>
                        <a:t>9%</a:t>
                      </a:r>
                    </a:p>
                  </a:txBody>
                  <a:tcPr marL="8792" marR="8792" marT="8792" marB="0" anchor="ctr">
                    <a:lnL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chemeClr val="bg2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chemeClr val="bg2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chemeClr val="bg2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endParaRPr lang="ko-KR" altLang="en-US"/>
                    </a:p>
                  </a:txBody>
                  <a:tcPr marL="8792" marR="8792" marT="8792" marB="0" anchor="ctr">
                    <a:lnL w="6350" cap="flat" cmpd="sng" algn="ctr">
                      <a:solidFill>
                        <a:schemeClr val="bg2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chemeClr val="bg2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chemeClr val="bg2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endParaRPr lang="ko-KR" altLang="en-US"/>
                    </a:p>
                  </a:txBody>
                  <a:tcPr marL="8792" marR="8792" marT="8792" marB="0" anchor="ctr">
                    <a:lnL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chemeClr val="bg2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chemeClr val="bg2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chemeClr val="bg2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endParaRPr lang="ko-KR" altLang="en-US"/>
                    </a:p>
                  </a:txBody>
                  <a:tcPr marL="8792" marR="8792" marT="8792" marB="0" anchor="ctr">
                    <a:lnL w="6350" cap="flat" cmpd="sng" algn="ctr">
                      <a:solidFill>
                        <a:schemeClr val="bg2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chemeClr val="bg2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chemeClr val="bg2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chemeClr val="bg2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endParaRPr lang="ko-KR" altLang="en-US"/>
                    </a:p>
                  </a:txBody>
                  <a:tcPr marL="8792" marR="8792" marT="8792" marB="0" anchor="ctr">
                    <a:lnL w="6350" cap="flat" cmpd="sng" algn="ctr">
                      <a:solidFill>
                        <a:schemeClr val="bg2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chemeClr val="bg2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chemeClr val="bg2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chemeClr val="bg2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r" rtl="0" fontAlgn="ctr"/>
                      <a:r>
                        <a:rPr lang="en-US" altLang="ko-KR" sz="700" b="0" i="0" u="none" strike="noStrike">
                          <a:solidFill>
                            <a:srgbClr val="000000"/>
                          </a:solidFill>
                          <a:effectLst/>
                          <a:latin typeface="대명체 보통" panose="020B0600000101010101" pitchFamily="50" charset="-127"/>
                          <a:ea typeface="대명체 보통" panose="020B0600000101010101" pitchFamily="50" charset="-127"/>
                        </a:rPr>
                        <a:t>30,183</a:t>
                      </a:r>
                    </a:p>
                  </a:txBody>
                  <a:tcPr marL="8792" marR="8792" marT="8792" marB="0" anchor="ctr">
                    <a:lnL w="6350" cap="flat" cmpd="sng" algn="ctr">
                      <a:solidFill>
                        <a:schemeClr val="bg2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chemeClr val="bg2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chemeClr val="bg2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r" rtl="0" fontAlgn="ctr"/>
                      <a:r>
                        <a:rPr lang="en-US" altLang="ko-KR" sz="700" b="0" i="0" u="none" strike="noStrike">
                          <a:solidFill>
                            <a:srgbClr val="000000"/>
                          </a:solidFill>
                          <a:effectLst/>
                          <a:latin typeface="대명체 보통" panose="020B0600000101010101" pitchFamily="50" charset="-127"/>
                          <a:ea typeface="대명체 보통" panose="020B0600000101010101" pitchFamily="50" charset="-127"/>
                        </a:rPr>
                        <a:t>11%</a:t>
                      </a:r>
                    </a:p>
                  </a:txBody>
                  <a:tcPr marL="8792" marR="8792" marT="8792" marB="0" anchor="ctr">
                    <a:lnL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chemeClr val="bg2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chemeClr val="bg2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chemeClr val="bg2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endParaRPr lang="ko-KR" altLang="en-US"/>
                    </a:p>
                  </a:txBody>
                  <a:tcPr marL="8792" marR="8792" marT="8792" marB="0" anchor="ctr">
                    <a:lnL w="6350" cap="flat" cmpd="sng" algn="ctr">
                      <a:solidFill>
                        <a:schemeClr val="bg2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chemeClr val="bg2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chemeClr val="bg2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chemeClr val="bg2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endParaRPr lang="ko-KR" altLang="en-US" dirty="0"/>
                    </a:p>
                  </a:txBody>
                  <a:tcPr marL="8792" marR="8792" marT="8792" marB="0" anchor="ctr">
                    <a:lnL w="6350" cap="flat" cmpd="sng" algn="ctr">
                      <a:solidFill>
                        <a:schemeClr val="bg2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>
                      <a:noFill/>
                    </a:lnR>
                    <a:lnT w="6350" cap="flat" cmpd="sng" algn="ctr">
                      <a:solidFill>
                        <a:schemeClr val="bg2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chemeClr val="bg2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extLst>
                  <a:ext uri="{0D108BD9-81ED-4DB2-BD59-A6C34878D82A}">
                    <a16:rowId xmlns:a16="http://schemas.microsoft.com/office/drawing/2014/main" val="2523662367"/>
                  </a:ext>
                </a:extLst>
              </a:tr>
              <a:tr h="282462">
                <a:tc>
                  <a:txBody>
                    <a:bodyPr/>
                    <a:lstStyle/>
                    <a:p>
                      <a:pPr algn="l" rtl="0" fontAlgn="ctr"/>
                      <a:r>
                        <a:rPr lang="ko-KR" altLang="en-US" sz="800" b="0" i="0" u="none" strike="noStrike" dirty="0">
                          <a:ln>
                            <a:solidFill>
                              <a:schemeClr val="accent1">
                                <a:alpha val="0"/>
                              </a:schemeClr>
                            </a:solidFill>
                          </a:ln>
                          <a:solidFill>
                            <a:schemeClr val="tx1">
                              <a:lumMod val="95000"/>
                              <a:lumOff val="5000"/>
                            </a:schemeClr>
                          </a:solidFill>
                          <a:effectLst/>
                          <a:latin typeface="대명체 보통" panose="020B0600000101010101" pitchFamily="50" charset="-127"/>
                          <a:ea typeface="대명체 보통" panose="020B0600000101010101" pitchFamily="50" charset="-127"/>
                        </a:rPr>
                        <a:t>　</a:t>
                      </a:r>
                    </a:p>
                  </a:txBody>
                  <a:tcPr marL="66462" marR="33231" marT="7036" marB="0" anchor="ctr">
                    <a:lnL>
                      <a:noFill/>
                    </a:lnL>
                    <a:lnR w="6350" cap="flat" cmpd="sng" algn="ctr">
                      <a:solidFill>
                        <a:schemeClr val="bg2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l" rtl="0" fontAlgn="ctr"/>
                      <a:r>
                        <a:rPr lang="en-US" sz="800" b="0" i="0" u="none" strike="noStrike" dirty="0" smtClean="0">
                          <a:ln>
                            <a:solidFill>
                              <a:schemeClr val="accent1">
                                <a:alpha val="0"/>
                              </a:schemeClr>
                            </a:solidFill>
                          </a:ln>
                          <a:solidFill>
                            <a:schemeClr val="tx1">
                              <a:lumMod val="95000"/>
                              <a:lumOff val="5000"/>
                            </a:schemeClr>
                          </a:solidFill>
                          <a:effectLst/>
                          <a:latin typeface="대명체 보통" panose="020B0600000101010101" pitchFamily="50" charset="-127"/>
                          <a:ea typeface="대명체 보통" panose="020B0600000101010101" pitchFamily="50" charset="-127"/>
                        </a:rPr>
                        <a:t>G-MICE</a:t>
                      </a:r>
                      <a:endParaRPr lang="en-US" sz="800" b="0" i="0" u="none" strike="noStrike" dirty="0">
                        <a:ln>
                          <a:solidFill>
                            <a:schemeClr val="accent1">
                              <a:alpha val="0"/>
                            </a:schemeClr>
                          </a:solidFill>
                        </a:ln>
                        <a:solidFill>
                          <a:schemeClr val="tx1">
                            <a:lumMod val="95000"/>
                            <a:lumOff val="5000"/>
                          </a:schemeClr>
                        </a:solidFill>
                        <a:effectLst/>
                        <a:latin typeface="대명체 보통" panose="020B0600000101010101" pitchFamily="50" charset="-127"/>
                        <a:ea typeface="대명체 보통" panose="020B0600000101010101" pitchFamily="50" charset="-127"/>
                      </a:endParaRPr>
                    </a:p>
                  </a:txBody>
                  <a:tcPr marL="66462" marR="33231" marT="7036" marB="0" anchor="ctr">
                    <a:lnL w="6350" cap="flat" cmpd="sng" algn="ctr">
                      <a:solidFill>
                        <a:schemeClr val="bg2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chemeClr val="bg2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chemeClr val="bg2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r" rtl="0" fontAlgn="ctr"/>
                      <a:r>
                        <a:rPr lang="en-US" altLang="ko-KR" sz="700" b="0" i="0" u="none" strike="noStrike">
                          <a:solidFill>
                            <a:srgbClr val="000000"/>
                          </a:solidFill>
                          <a:effectLst/>
                          <a:latin typeface="대명체 보통" panose="020B0600000101010101" pitchFamily="50" charset="-127"/>
                          <a:ea typeface="대명체 보통" panose="020B0600000101010101" pitchFamily="50" charset="-127"/>
                        </a:rPr>
                        <a:t>7,424</a:t>
                      </a:r>
                    </a:p>
                  </a:txBody>
                  <a:tcPr marL="8792" marR="8792" marT="8792" marB="0" anchor="ctr">
                    <a:lnL w="6350" cap="flat" cmpd="sng" algn="ctr">
                      <a:solidFill>
                        <a:schemeClr val="bg2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chemeClr val="bg2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r" fontAlgn="ctr"/>
                      <a:r>
                        <a:rPr lang="en-US" altLang="ko-KR" sz="700" b="0" i="0" u="none" strike="noStrike">
                          <a:solidFill>
                            <a:srgbClr val="000000"/>
                          </a:solidFill>
                          <a:effectLst/>
                          <a:latin typeface="대명체 보통" panose="020B0600000101010101" pitchFamily="50" charset="-127"/>
                          <a:ea typeface="대명체 보통" panose="020B0600000101010101" pitchFamily="50" charset="-127"/>
                        </a:rPr>
                        <a:t>10%</a:t>
                      </a:r>
                    </a:p>
                  </a:txBody>
                  <a:tcPr marL="8792" marR="8792" marT="8792" marB="0" anchor="ctr">
                    <a:lnL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chemeClr val="bg2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chemeClr val="bg2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endParaRPr lang="ko-KR" altLang="en-US"/>
                    </a:p>
                  </a:txBody>
                  <a:tcPr marL="8792" marR="8792" marT="8792" marB="0" anchor="ctr">
                    <a:lnL w="6350" cap="flat" cmpd="sng" algn="ctr">
                      <a:solidFill>
                        <a:schemeClr val="bg2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chemeClr val="bg2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endParaRPr lang="ko-KR" altLang="en-US" dirty="0"/>
                    </a:p>
                  </a:txBody>
                  <a:tcPr marL="8792" marR="8792" marT="8792" marB="0" anchor="ctr">
                    <a:lnL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chemeClr val="bg2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chemeClr val="bg2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endParaRPr lang="ko-KR" altLang="en-US"/>
                    </a:p>
                  </a:txBody>
                  <a:tcPr marL="8792" marR="8792" marT="8792" marB="0" anchor="ctr">
                    <a:lnL w="6350" cap="flat" cmpd="sng" algn="ctr">
                      <a:solidFill>
                        <a:schemeClr val="bg2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chemeClr val="bg2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chemeClr val="bg2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endParaRPr lang="ko-KR" altLang="en-US"/>
                    </a:p>
                  </a:txBody>
                  <a:tcPr marL="8792" marR="8792" marT="8792" marB="0" anchor="ctr">
                    <a:lnL w="6350" cap="flat" cmpd="sng" algn="ctr">
                      <a:solidFill>
                        <a:schemeClr val="bg2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chemeClr val="bg2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chemeClr val="bg2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r" rtl="0" fontAlgn="ctr"/>
                      <a:r>
                        <a:rPr lang="en-US" altLang="ko-KR" sz="700" b="0" i="0" u="none" strike="noStrike">
                          <a:solidFill>
                            <a:srgbClr val="000000"/>
                          </a:solidFill>
                          <a:effectLst/>
                          <a:latin typeface="대명체 보통" panose="020B0600000101010101" pitchFamily="50" charset="-127"/>
                          <a:ea typeface="대명체 보통" panose="020B0600000101010101" pitchFamily="50" charset="-127"/>
                        </a:rPr>
                        <a:t>5,801</a:t>
                      </a:r>
                    </a:p>
                  </a:txBody>
                  <a:tcPr marL="8792" marR="8792" marT="8792" marB="0" anchor="ctr">
                    <a:lnL w="6350" cap="flat" cmpd="sng" algn="ctr">
                      <a:solidFill>
                        <a:schemeClr val="bg2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chemeClr val="bg2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r" fontAlgn="ctr"/>
                      <a:r>
                        <a:rPr lang="en-US" altLang="ko-KR" sz="700" b="0" i="0" u="none" strike="noStrike">
                          <a:solidFill>
                            <a:srgbClr val="000000"/>
                          </a:solidFill>
                          <a:effectLst/>
                          <a:latin typeface="대명체 보통" panose="020B0600000101010101" pitchFamily="50" charset="-127"/>
                          <a:ea typeface="대명체 보통" panose="020B0600000101010101" pitchFamily="50" charset="-127"/>
                        </a:rPr>
                        <a:t>10%</a:t>
                      </a:r>
                    </a:p>
                  </a:txBody>
                  <a:tcPr marL="8792" marR="8792" marT="8792" marB="0" anchor="ctr">
                    <a:lnL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chemeClr val="bg2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chemeClr val="bg2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endParaRPr lang="ko-KR" altLang="en-US"/>
                    </a:p>
                  </a:txBody>
                  <a:tcPr marL="8792" marR="8792" marT="8792" marB="0" anchor="ctr">
                    <a:lnL w="6350" cap="flat" cmpd="sng" algn="ctr">
                      <a:solidFill>
                        <a:schemeClr val="bg2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chemeClr val="bg2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chemeClr val="bg2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endParaRPr lang="ko-KR" altLang="en-US"/>
                    </a:p>
                  </a:txBody>
                  <a:tcPr marL="8792" marR="8792" marT="8792" marB="0" anchor="ctr">
                    <a:lnL w="6350" cap="flat" cmpd="sng" algn="ctr">
                      <a:solidFill>
                        <a:schemeClr val="bg2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chemeClr val="bg2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r"/>
                      <a:endParaRPr lang="ko-KR" altLang="en-US" sz="700">
                        <a:latin typeface="대명체 보통" panose="020B0600000101010101" pitchFamily="50" charset="-127"/>
                        <a:ea typeface="대명체 보통" panose="020B0600000101010101" pitchFamily="50" charset="-127"/>
                      </a:endParaRPr>
                    </a:p>
                  </a:txBody>
                  <a:tcPr marL="8792" marR="8792" marT="8792" marB="0" anchor="ctr">
                    <a:lnL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</a:tcPr>
                </a:tc>
                <a:tc>
                  <a:txBody>
                    <a:bodyPr/>
                    <a:lstStyle/>
                    <a:p>
                      <a:pPr algn="r" rtl="0" fontAlgn="ctr"/>
                      <a:r>
                        <a:rPr lang="en-US" altLang="ko-KR" sz="700" b="0" i="0" u="none" strike="noStrike">
                          <a:solidFill>
                            <a:srgbClr val="000000"/>
                          </a:solidFill>
                          <a:effectLst/>
                          <a:latin typeface="대명체 보통" panose="020B0600000101010101" pitchFamily="50" charset="-127"/>
                          <a:ea typeface="대명체 보통" panose="020B0600000101010101" pitchFamily="50" charset="-127"/>
                        </a:rPr>
                        <a:t>29,221</a:t>
                      </a:r>
                    </a:p>
                  </a:txBody>
                  <a:tcPr marL="8792" marR="8792" marT="8792" marB="0" anchor="ctr">
                    <a:lnL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chemeClr val="bg2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r" fontAlgn="ctr"/>
                      <a:r>
                        <a:rPr lang="en-US" altLang="ko-KR" sz="700" b="0" i="0" u="none" strike="noStrike">
                          <a:solidFill>
                            <a:srgbClr val="000000"/>
                          </a:solidFill>
                          <a:effectLst/>
                          <a:latin typeface="대명체 보통" panose="020B0600000101010101" pitchFamily="50" charset="-127"/>
                          <a:ea typeface="대명체 보통" panose="020B0600000101010101" pitchFamily="50" charset="-127"/>
                        </a:rPr>
                        <a:t>9%</a:t>
                      </a:r>
                    </a:p>
                  </a:txBody>
                  <a:tcPr marL="8792" marR="8792" marT="8792" marB="0" anchor="ctr">
                    <a:lnL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chemeClr val="bg2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chemeClr val="bg2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endParaRPr lang="ko-KR" altLang="en-US"/>
                    </a:p>
                  </a:txBody>
                  <a:tcPr marL="8792" marR="8792" marT="8792" marB="0" anchor="ctr">
                    <a:lnL w="6350" cap="flat" cmpd="sng" algn="ctr">
                      <a:solidFill>
                        <a:schemeClr val="bg2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chemeClr val="bg2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endParaRPr lang="ko-KR" altLang="en-US"/>
                    </a:p>
                  </a:txBody>
                  <a:tcPr marL="8792" marR="8792" marT="8792" marB="0" anchor="ctr">
                    <a:lnL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chemeClr val="bg2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chemeClr val="bg2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endParaRPr lang="ko-KR" altLang="en-US"/>
                    </a:p>
                  </a:txBody>
                  <a:tcPr marL="8792" marR="8792" marT="8792" marB="0" anchor="ctr">
                    <a:lnL w="6350" cap="flat" cmpd="sng" algn="ctr">
                      <a:solidFill>
                        <a:schemeClr val="bg2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chemeClr val="bg2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chemeClr val="bg2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endParaRPr lang="ko-KR" altLang="en-US"/>
                    </a:p>
                  </a:txBody>
                  <a:tcPr marL="8792" marR="8792" marT="8792" marB="0" anchor="ctr">
                    <a:lnL w="6350" cap="flat" cmpd="sng" algn="ctr">
                      <a:solidFill>
                        <a:schemeClr val="bg2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chemeClr val="bg2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chemeClr val="bg2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r" rtl="0" fontAlgn="ctr"/>
                      <a:r>
                        <a:rPr lang="en-US" altLang="ko-KR" sz="700" b="0" i="0" u="none" strike="noStrike">
                          <a:solidFill>
                            <a:srgbClr val="000000"/>
                          </a:solidFill>
                          <a:effectLst/>
                          <a:latin typeface="대명체 보통" panose="020B0600000101010101" pitchFamily="50" charset="-127"/>
                          <a:ea typeface="대명체 보통" panose="020B0600000101010101" pitchFamily="50" charset="-127"/>
                        </a:rPr>
                        <a:t>27,112</a:t>
                      </a:r>
                    </a:p>
                  </a:txBody>
                  <a:tcPr marL="8792" marR="8792" marT="8792" marB="0" anchor="ctr">
                    <a:lnL w="6350" cap="flat" cmpd="sng" algn="ctr">
                      <a:solidFill>
                        <a:schemeClr val="bg2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chemeClr val="bg2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r" rtl="0" fontAlgn="ctr"/>
                      <a:r>
                        <a:rPr lang="en-US" altLang="ko-KR" sz="700" b="0" i="0" u="none" strike="noStrike">
                          <a:solidFill>
                            <a:srgbClr val="000000"/>
                          </a:solidFill>
                          <a:effectLst/>
                          <a:latin typeface="대명체 보통" panose="020B0600000101010101" pitchFamily="50" charset="-127"/>
                          <a:ea typeface="대명체 보통" panose="020B0600000101010101" pitchFamily="50" charset="-127"/>
                        </a:rPr>
                        <a:t>10%</a:t>
                      </a:r>
                    </a:p>
                  </a:txBody>
                  <a:tcPr marL="8792" marR="8792" marT="8792" marB="0" anchor="ctr">
                    <a:lnL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chemeClr val="bg2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chemeClr val="bg2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endParaRPr lang="ko-KR" altLang="en-US"/>
                    </a:p>
                  </a:txBody>
                  <a:tcPr marL="8792" marR="8792" marT="8792" marB="0" anchor="ctr">
                    <a:lnL w="6350" cap="flat" cmpd="sng" algn="ctr">
                      <a:solidFill>
                        <a:schemeClr val="bg2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chemeClr val="bg2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chemeClr val="bg2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endParaRPr lang="ko-KR" altLang="en-US"/>
                    </a:p>
                  </a:txBody>
                  <a:tcPr marL="8792" marR="8792" marT="8792" marB="0" anchor="ctr">
                    <a:lnL w="6350" cap="flat" cmpd="sng" algn="ctr">
                      <a:solidFill>
                        <a:schemeClr val="bg2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>
                      <a:noFill/>
                    </a:lnR>
                    <a:lnT w="6350" cap="flat" cmpd="sng" algn="ctr">
                      <a:solidFill>
                        <a:schemeClr val="bg2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extLst>
                  <a:ext uri="{0D108BD9-81ED-4DB2-BD59-A6C34878D82A}">
                    <a16:rowId xmlns:a16="http://schemas.microsoft.com/office/drawing/2014/main" val="2555195734"/>
                  </a:ext>
                </a:extLst>
              </a:tr>
              <a:tr h="282462">
                <a:tc>
                  <a:txBody>
                    <a:bodyPr/>
                    <a:lstStyle/>
                    <a:p>
                      <a:pPr algn="l" rtl="0" fontAlgn="ctr"/>
                      <a:endParaRPr lang="ko-KR" altLang="en-US" sz="800" b="0" i="0" u="none" strike="noStrike" dirty="0">
                        <a:ln>
                          <a:solidFill>
                            <a:schemeClr val="accent1">
                              <a:alpha val="0"/>
                            </a:schemeClr>
                          </a:solidFill>
                        </a:ln>
                        <a:solidFill>
                          <a:schemeClr val="tx1">
                            <a:lumMod val="95000"/>
                            <a:lumOff val="5000"/>
                          </a:schemeClr>
                        </a:solidFill>
                        <a:effectLst/>
                        <a:latin typeface="대명체 보통" panose="020B0600000101010101" pitchFamily="50" charset="-127"/>
                        <a:ea typeface="대명체 보통" panose="020B0600000101010101" pitchFamily="50" charset="-127"/>
                      </a:endParaRPr>
                    </a:p>
                  </a:txBody>
                  <a:tcPr marL="66462" marR="33231" marT="7036" marB="0" anchor="ctr">
                    <a:lnL>
                      <a:noFill/>
                    </a:lnL>
                    <a:lnR w="6350" cap="flat" cmpd="sng" algn="ctr">
                      <a:solidFill>
                        <a:schemeClr val="bg2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l" rtl="0" fontAlgn="ctr"/>
                      <a:r>
                        <a:rPr lang="en-US" sz="800" b="0" i="0" u="none" strike="noStrike" dirty="0" smtClean="0">
                          <a:ln>
                            <a:solidFill>
                              <a:schemeClr val="accent1">
                                <a:alpha val="0"/>
                              </a:schemeClr>
                            </a:solidFill>
                          </a:ln>
                          <a:solidFill>
                            <a:schemeClr val="tx1">
                              <a:lumMod val="95000"/>
                              <a:lumOff val="5000"/>
                            </a:schemeClr>
                          </a:solidFill>
                          <a:effectLst/>
                          <a:latin typeface="대명체 보통" panose="020B0600000101010101" pitchFamily="50" charset="-127"/>
                          <a:ea typeface="대명체 보통" panose="020B0600000101010101" pitchFamily="50" charset="-127"/>
                        </a:rPr>
                        <a:t>E-MICE</a:t>
                      </a:r>
                      <a:endParaRPr lang="en-US" sz="800" b="0" i="0" u="none" strike="noStrike" dirty="0">
                        <a:ln>
                          <a:solidFill>
                            <a:schemeClr val="accent1">
                              <a:alpha val="0"/>
                            </a:schemeClr>
                          </a:solidFill>
                        </a:ln>
                        <a:solidFill>
                          <a:schemeClr val="tx1">
                            <a:lumMod val="95000"/>
                            <a:lumOff val="5000"/>
                          </a:schemeClr>
                        </a:solidFill>
                        <a:effectLst/>
                        <a:latin typeface="대명체 보통" panose="020B0600000101010101" pitchFamily="50" charset="-127"/>
                        <a:ea typeface="대명체 보통" panose="020B0600000101010101" pitchFamily="50" charset="-127"/>
                      </a:endParaRPr>
                    </a:p>
                  </a:txBody>
                  <a:tcPr marL="66462" marR="33231" marT="7036" marB="0" anchor="ctr">
                    <a:lnL w="6350" cap="flat" cmpd="sng" algn="ctr">
                      <a:solidFill>
                        <a:schemeClr val="bg2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chemeClr val="bg2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r" rtl="0" fontAlgn="ctr"/>
                      <a:r>
                        <a:rPr lang="en-US" altLang="ko-KR" sz="700" b="0" i="0" u="none" strike="noStrike">
                          <a:solidFill>
                            <a:srgbClr val="000000"/>
                          </a:solidFill>
                          <a:effectLst/>
                          <a:latin typeface="대명체 보통" panose="020B0600000101010101" pitchFamily="50" charset="-127"/>
                          <a:ea typeface="대명체 보통" panose="020B0600000101010101" pitchFamily="50" charset="-127"/>
                        </a:rPr>
                        <a:t>704</a:t>
                      </a:r>
                    </a:p>
                  </a:txBody>
                  <a:tcPr marL="8792" marR="8792" marT="8792" marB="0" anchor="ctr">
                    <a:lnL w="6350" cap="flat" cmpd="sng" algn="ctr">
                      <a:solidFill>
                        <a:schemeClr val="bg2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r" fontAlgn="ctr"/>
                      <a:r>
                        <a:rPr lang="en-US" altLang="ko-KR" sz="700" b="0" i="0" u="none" strike="noStrike">
                          <a:solidFill>
                            <a:srgbClr val="000000"/>
                          </a:solidFill>
                          <a:effectLst/>
                          <a:latin typeface="대명체 보통" panose="020B0600000101010101" pitchFamily="50" charset="-127"/>
                          <a:ea typeface="대명체 보통" panose="020B0600000101010101" pitchFamily="50" charset="-127"/>
                        </a:rPr>
                        <a:t>1%</a:t>
                      </a:r>
                    </a:p>
                  </a:txBody>
                  <a:tcPr marL="8792" marR="8792" marT="8792" marB="0" anchor="ctr">
                    <a:lnL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chemeClr val="bg2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endParaRPr lang="ko-KR" altLang="en-US"/>
                    </a:p>
                  </a:txBody>
                  <a:tcPr marL="8792" marR="8792" marT="8792" marB="0" anchor="ctr">
                    <a:lnL w="6350" cap="flat" cmpd="sng" algn="ctr">
                      <a:solidFill>
                        <a:schemeClr val="bg2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endParaRPr lang="ko-KR" altLang="en-US"/>
                    </a:p>
                  </a:txBody>
                  <a:tcPr marL="8792" marR="8792" marT="8792" marB="0" anchor="ctr">
                    <a:lnL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chemeClr val="bg2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endParaRPr lang="ko-KR" altLang="en-US"/>
                    </a:p>
                  </a:txBody>
                  <a:tcPr marL="8792" marR="8792" marT="8792" marB="0" anchor="ctr">
                    <a:lnL w="6350" cap="flat" cmpd="sng" algn="ctr">
                      <a:solidFill>
                        <a:schemeClr val="bg2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chemeClr val="bg2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endParaRPr lang="ko-KR" altLang="en-US"/>
                    </a:p>
                  </a:txBody>
                  <a:tcPr marL="8792" marR="8792" marT="8792" marB="0" anchor="ctr">
                    <a:lnL w="6350" cap="flat" cmpd="sng" algn="ctr">
                      <a:solidFill>
                        <a:schemeClr val="bg2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chemeClr val="bg2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r" rtl="0" fontAlgn="ctr"/>
                      <a:r>
                        <a:rPr lang="en-US" altLang="ko-KR" sz="700" b="0" i="0" u="none" strike="noStrike">
                          <a:solidFill>
                            <a:srgbClr val="000000"/>
                          </a:solidFill>
                          <a:effectLst/>
                          <a:latin typeface="대명체 보통" panose="020B0600000101010101" pitchFamily="50" charset="-127"/>
                          <a:ea typeface="대명체 보통" panose="020B0600000101010101" pitchFamily="50" charset="-127"/>
                        </a:rPr>
                        <a:t>1,014</a:t>
                      </a:r>
                    </a:p>
                  </a:txBody>
                  <a:tcPr marL="8792" marR="8792" marT="8792" marB="0" anchor="ctr">
                    <a:lnL w="6350" cap="flat" cmpd="sng" algn="ctr">
                      <a:solidFill>
                        <a:schemeClr val="bg2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r" fontAlgn="ctr"/>
                      <a:r>
                        <a:rPr lang="en-US" altLang="ko-KR" sz="700" b="0" i="0" u="none" strike="noStrike">
                          <a:solidFill>
                            <a:srgbClr val="000000"/>
                          </a:solidFill>
                          <a:effectLst/>
                          <a:latin typeface="대명체 보통" panose="020B0600000101010101" pitchFamily="50" charset="-127"/>
                          <a:ea typeface="대명체 보통" panose="020B0600000101010101" pitchFamily="50" charset="-127"/>
                        </a:rPr>
                        <a:t>2%</a:t>
                      </a:r>
                    </a:p>
                  </a:txBody>
                  <a:tcPr marL="8792" marR="8792" marT="8792" marB="0" anchor="ctr">
                    <a:lnL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chemeClr val="bg2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endParaRPr lang="ko-KR" altLang="en-US"/>
                    </a:p>
                  </a:txBody>
                  <a:tcPr marL="8792" marR="8792" marT="8792" marB="0" anchor="ctr">
                    <a:lnL w="6350" cap="flat" cmpd="sng" algn="ctr">
                      <a:solidFill>
                        <a:schemeClr val="bg2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chemeClr val="bg2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endParaRPr lang="ko-KR" altLang="en-US"/>
                    </a:p>
                  </a:txBody>
                  <a:tcPr marL="8792" marR="8792" marT="8792" marB="0" anchor="ctr">
                    <a:lnL w="6350" cap="flat" cmpd="sng" algn="ctr">
                      <a:solidFill>
                        <a:schemeClr val="bg2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r"/>
                      <a:endParaRPr lang="ko-KR" altLang="en-US" sz="700">
                        <a:latin typeface="대명체 보통" panose="020B0600000101010101" pitchFamily="50" charset="-127"/>
                        <a:ea typeface="대명체 보통" panose="020B0600000101010101" pitchFamily="50" charset="-127"/>
                      </a:endParaRPr>
                    </a:p>
                  </a:txBody>
                  <a:tcPr marL="8792" marR="8792" marT="8792" marB="0" anchor="ctr">
                    <a:lnL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</a:tcPr>
                </a:tc>
                <a:tc>
                  <a:txBody>
                    <a:bodyPr/>
                    <a:lstStyle/>
                    <a:p>
                      <a:pPr algn="r" rtl="0" fontAlgn="ctr"/>
                      <a:r>
                        <a:rPr lang="en-US" altLang="ko-KR" sz="700" b="0" i="0" u="none" strike="noStrike">
                          <a:solidFill>
                            <a:srgbClr val="000000"/>
                          </a:solidFill>
                          <a:effectLst/>
                          <a:latin typeface="대명체 보통" panose="020B0600000101010101" pitchFamily="50" charset="-127"/>
                          <a:ea typeface="대명체 보통" panose="020B0600000101010101" pitchFamily="50" charset="-127"/>
                        </a:rPr>
                        <a:t>1,851</a:t>
                      </a:r>
                    </a:p>
                  </a:txBody>
                  <a:tcPr marL="8792" marR="8792" marT="8792" marB="0" anchor="ctr">
                    <a:lnL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r" fontAlgn="ctr"/>
                      <a:r>
                        <a:rPr lang="en-US" altLang="ko-KR" sz="700" b="0" i="0" u="none" strike="noStrike">
                          <a:solidFill>
                            <a:srgbClr val="000000"/>
                          </a:solidFill>
                          <a:effectLst/>
                          <a:latin typeface="대명체 보통" panose="020B0600000101010101" pitchFamily="50" charset="-127"/>
                          <a:ea typeface="대명체 보통" panose="020B0600000101010101" pitchFamily="50" charset="-127"/>
                        </a:rPr>
                        <a:t>1%</a:t>
                      </a:r>
                    </a:p>
                  </a:txBody>
                  <a:tcPr marL="8792" marR="8792" marT="8792" marB="0" anchor="ctr">
                    <a:lnL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chemeClr val="bg2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endParaRPr lang="ko-KR" altLang="en-US"/>
                    </a:p>
                  </a:txBody>
                  <a:tcPr marL="8792" marR="8792" marT="8792" marB="0" anchor="ctr">
                    <a:lnL w="6350" cap="flat" cmpd="sng" algn="ctr">
                      <a:solidFill>
                        <a:schemeClr val="bg2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endParaRPr lang="ko-KR" altLang="en-US"/>
                    </a:p>
                  </a:txBody>
                  <a:tcPr marL="8792" marR="8792" marT="8792" marB="0" anchor="ctr">
                    <a:lnL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chemeClr val="bg2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endParaRPr lang="ko-KR" altLang="en-US"/>
                    </a:p>
                  </a:txBody>
                  <a:tcPr marL="8792" marR="8792" marT="8792" marB="0" anchor="ctr">
                    <a:lnL w="6350" cap="flat" cmpd="sng" algn="ctr">
                      <a:solidFill>
                        <a:schemeClr val="bg2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chemeClr val="bg2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endParaRPr lang="ko-KR" altLang="en-US"/>
                    </a:p>
                  </a:txBody>
                  <a:tcPr marL="8792" marR="8792" marT="8792" marB="0" anchor="ctr">
                    <a:lnL w="6350" cap="flat" cmpd="sng" algn="ctr">
                      <a:solidFill>
                        <a:schemeClr val="bg2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chemeClr val="bg2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r" rtl="0" fontAlgn="ctr"/>
                      <a:r>
                        <a:rPr lang="en-US" altLang="ko-KR" sz="700" b="0" i="0" u="none" strike="noStrike">
                          <a:solidFill>
                            <a:srgbClr val="000000"/>
                          </a:solidFill>
                          <a:effectLst/>
                          <a:latin typeface="대명체 보통" panose="020B0600000101010101" pitchFamily="50" charset="-127"/>
                          <a:ea typeface="대명체 보통" panose="020B0600000101010101" pitchFamily="50" charset="-127"/>
                        </a:rPr>
                        <a:t>2,983</a:t>
                      </a:r>
                    </a:p>
                  </a:txBody>
                  <a:tcPr marL="8792" marR="8792" marT="8792" marB="0" anchor="ctr">
                    <a:lnL w="6350" cap="flat" cmpd="sng" algn="ctr">
                      <a:solidFill>
                        <a:schemeClr val="bg2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r" rtl="0" fontAlgn="ctr"/>
                      <a:r>
                        <a:rPr lang="en-US" altLang="ko-KR" sz="700" b="0" i="0" u="none" strike="noStrike">
                          <a:solidFill>
                            <a:srgbClr val="000000"/>
                          </a:solidFill>
                          <a:effectLst/>
                          <a:latin typeface="대명체 보통" panose="020B0600000101010101" pitchFamily="50" charset="-127"/>
                          <a:ea typeface="대명체 보통" panose="020B0600000101010101" pitchFamily="50" charset="-127"/>
                        </a:rPr>
                        <a:t>1%</a:t>
                      </a:r>
                    </a:p>
                  </a:txBody>
                  <a:tcPr marL="8792" marR="8792" marT="8792" marB="0" anchor="ctr">
                    <a:lnL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chemeClr val="bg2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endParaRPr lang="ko-KR" altLang="en-US"/>
                    </a:p>
                  </a:txBody>
                  <a:tcPr marL="8792" marR="8792" marT="8792" marB="0" anchor="ctr">
                    <a:lnL w="6350" cap="flat" cmpd="sng" algn="ctr">
                      <a:solidFill>
                        <a:schemeClr val="bg2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chemeClr val="bg2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endParaRPr lang="ko-KR" altLang="en-US"/>
                    </a:p>
                  </a:txBody>
                  <a:tcPr marL="8792" marR="8792" marT="8792" marB="0" anchor="ctr">
                    <a:lnL w="6350" cap="flat" cmpd="sng" algn="ctr">
                      <a:solidFill>
                        <a:schemeClr val="bg2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>
                      <a:noFill/>
                    </a:lnR>
                    <a:lnT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extLst>
                  <a:ext uri="{0D108BD9-81ED-4DB2-BD59-A6C34878D82A}">
                    <a16:rowId xmlns:a16="http://schemas.microsoft.com/office/drawing/2014/main" val="3501046851"/>
                  </a:ext>
                </a:extLst>
              </a:tr>
              <a:tr h="282462">
                <a:tc>
                  <a:txBody>
                    <a:bodyPr/>
                    <a:lstStyle/>
                    <a:p>
                      <a:pPr algn="l" rtl="0" fontAlgn="ctr"/>
                      <a:endParaRPr lang="ko-KR" altLang="en-US" sz="800" b="0" i="0" u="none" strike="noStrike" dirty="0">
                        <a:ln>
                          <a:solidFill>
                            <a:schemeClr val="accent1">
                              <a:alpha val="0"/>
                            </a:schemeClr>
                          </a:solidFill>
                        </a:ln>
                        <a:solidFill>
                          <a:schemeClr val="tx1">
                            <a:lumMod val="95000"/>
                            <a:lumOff val="5000"/>
                          </a:schemeClr>
                        </a:solidFill>
                        <a:effectLst/>
                        <a:latin typeface="대명체 보통" panose="020B0600000101010101" pitchFamily="50" charset="-127"/>
                        <a:ea typeface="대명체 보통" panose="020B0600000101010101" pitchFamily="50" charset="-127"/>
                      </a:endParaRPr>
                    </a:p>
                  </a:txBody>
                  <a:tcPr marL="66462" marR="33231" marT="7036" marB="0" anchor="ctr">
                    <a:lnL>
                      <a:noFill/>
                    </a:lnL>
                    <a:lnR w="6350" cap="flat" cmpd="sng" algn="ctr">
                      <a:solidFill>
                        <a:schemeClr val="bg2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chemeClr val="bg2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l" rtl="0" fontAlgn="ctr"/>
                      <a:r>
                        <a:rPr lang="en-US" sz="800" b="0" i="0" u="none" strike="noStrike" dirty="0" smtClean="0">
                          <a:ln>
                            <a:solidFill>
                              <a:schemeClr val="accent1">
                                <a:alpha val="0"/>
                              </a:schemeClr>
                            </a:solidFill>
                          </a:ln>
                          <a:solidFill>
                            <a:schemeClr val="tx1">
                              <a:lumMod val="95000"/>
                              <a:lumOff val="5000"/>
                            </a:schemeClr>
                          </a:solidFill>
                          <a:effectLst/>
                          <a:latin typeface="대명체 보통" panose="020B0600000101010101" pitchFamily="50" charset="-127"/>
                          <a:ea typeface="대명체 보통" panose="020B0600000101010101" pitchFamily="50" charset="-127"/>
                        </a:rPr>
                        <a:t>Other</a:t>
                      </a:r>
                      <a:endParaRPr lang="en-US" sz="800" b="0" i="0" u="none" strike="noStrike" dirty="0">
                        <a:ln>
                          <a:solidFill>
                            <a:schemeClr val="accent1">
                              <a:alpha val="0"/>
                            </a:schemeClr>
                          </a:solidFill>
                        </a:ln>
                        <a:solidFill>
                          <a:schemeClr val="tx1">
                            <a:lumMod val="95000"/>
                            <a:lumOff val="5000"/>
                          </a:schemeClr>
                        </a:solidFill>
                        <a:effectLst/>
                        <a:latin typeface="대명체 보통" panose="020B0600000101010101" pitchFamily="50" charset="-127"/>
                        <a:ea typeface="대명체 보통" panose="020B0600000101010101" pitchFamily="50" charset="-127"/>
                      </a:endParaRPr>
                    </a:p>
                  </a:txBody>
                  <a:tcPr marL="66462" marR="33231" marT="7036" marB="0" anchor="ctr">
                    <a:lnL w="6350" cap="flat" cmpd="sng" algn="ctr">
                      <a:solidFill>
                        <a:schemeClr val="bg2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chemeClr val="bg2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chemeClr val="bg2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r" rtl="0" fontAlgn="ctr"/>
                      <a:r>
                        <a:rPr lang="en-US" altLang="ko-KR" sz="700" b="0" i="0" u="none" strike="noStrike">
                          <a:solidFill>
                            <a:srgbClr val="000000"/>
                          </a:solidFill>
                          <a:effectLst/>
                          <a:latin typeface="대명체 보통" panose="020B0600000101010101" pitchFamily="50" charset="-127"/>
                          <a:ea typeface="대명체 보통" panose="020B0600000101010101" pitchFamily="50" charset="-127"/>
                        </a:rPr>
                        <a:t>-</a:t>
                      </a:r>
                    </a:p>
                  </a:txBody>
                  <a:tcPr marL="8792" marR="8792" marT="8792" marB="0" anchor="ctr">
                    <a:lnL w="6350" cap="flat" cmpd="sng" algn="ctr">
                      <a:solidFill>
                        <a:schemeClr val="bg2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chemeClr val="bg2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r" rtl="0" fontAlgn="ctr"/>
                      <a:r>
                        <a:rPr lang="en-US" altLang="ko-KR" sz="700" b="0" i="0" u="none" strike="noStrike">
                          <a:solidFill>
                            <a:srgbClr val="000000"/>
                          </a:solidFill>
                          <a:effectLst/>
                          <a:latin typeface="대명체 보통" panose="020B0600000101010101" pitchFamily="50" charset="-127"/>
                          <a:ea typeface="대명체 보통" panose="020B0600000101010101" pitchFamily="50" charset="-127"/>
                        </a:rPr>
                        <a:t>-</a:t>
                      </a:r>
                    </a:p>
                  </a:txBody>
                  <a:tcPr marL="8792" marR="8792" marT="8792" marB="0" anchor="ctr">
                    <a:lnL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chemeClr val="bg2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chemeClr val="bg2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endParaRPr lang="ko-KR" altLang="en-US"/>
                    </a:p>
                  </a:txBody>
                  <a:tcPr marL="8792" marR="8792" marT="8792" marB="0" anchor="ctr">
                    <a:lnL w="6350" cap="flat" cmpd="sng" algn="ctr">
                      <a:solidFill>
                        <a:schemeClr val="bg2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chemeClr val="bg2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endParaRPr lang="ko-KR" altLang="en-US"/>
                    </a:p>
                  </a:txBody>
                  <a:tcPr marL="8792" marR="8792" marT="8792" marB="0" anchor="ctr">
                    <a:lnL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chemeClr val="bg2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chemeClr val="bg2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endParaRPr lang="ko-KR" altLang="en-US"/>
                    </a:p>
                  </a:txBody>
                  <a:tcPr marL="8792" marR="8792" marT="8792" marB="0" anchor="ctr">
                    <a:lnL w="6350" cap="flat" cmpd="sng" algn="ctr">
                      <a:solidFill>
                        <a:schemeClr val="bg2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chemeClr val="bg2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chemeClr val="bg2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endParaRPr lang="ko-KR" altLang="en-US"/>
                    </a:p>
                  </a:txBody>
                  <a:tcPr marL="8792" marR="8792" marT="8792" marB="0" anchor="ctr">
                    <a:lnL w="6350" cap="flat" cmpd="sng" algn="ctr">
                      <a:solidFill>
                        <a:schemeClr val="bg2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chemeClr val="bg2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chemeClr val="bg2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r" rtl="0" fontAlgn="ctr"/>
                      <a:r>
                        <a:rPr lang="en-US" altLang="ko-KR" sz="700" b="0" i="0" u="none" strike="noStrike">
                          <a:solidFill>
                            <a:srgbClr val="000000"/>
                          </a:solidFill>
                          <a:effectLst/>
                          <a:latin typeface="대명체 보통" panose="020B0600000101010101" pitchFamily="50" charset="-127"/>
                          <a:ea typeface="대명체 보통" panose="020B0600000101010101" pitchFamily="50" charset="-127"/>
                        </a:rPr>
                        <a:t>14</a:t>
                      </a:r>
                    </a:p>
                  </a:txBody>
                  <a:tcPr marL="8792" marR="8792" marT="8792" marB="0" anchor="ctr">
                    <a:lnL w="6350" cap="flat" cmpd="sng" algn="ctr">
                      <a:solidFill>
                        <a:schemeClr val="bg2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chemeClr val="bg2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r" fontAlgn="ctr"/>
                      <a:r>
                        <a:rPr lang="en-US" altLang="ko-KR" sz="700" b="0" i="0" u="none" strike="noStrike">
                          <a:solidFill>
                            <a:srgbClr val="000000"/>
                          </a:solidFill>
                          <a:effectLst/>
                          <a:latin typeface="대명체 보통" panose="020B0600000101010101" pitchFamily="50" charset="-127"/>
                          <a:ea typeface="대명체 보통" panose="020B0600000101010101" pitchFamily="50" charset="-127"/>
                        </a:rPr>
                        <a:t>-</a:t>
                      </a:r>
                    </a:p>
                  </a:txBody>
                  <a:tcPr marL="8792" marR="8792" marT="8792" marB="0" anchor="ctr">
                    <a:lnL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chemeClr val="bg2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chemeClr val="bg2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endParaRPr lang="ko-KR" altLang="en-US"/>
                    </a:p>
                  </a:txBody>
                  <a:tcPr marL="8792" marR="8792" marT="8792" marB="0" anchor="ctr">
                    <a:lnL w="6350" cap="flat" cmpd="sng" algn="ctr">
                      <a:solidFill>
                        <a:schemeClr val="bg2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chemeClr val="bg2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chemeClr val="bg2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endParaRPr lang="ko-KR" altLang="en-US"/>
                    </a:p>
                  </a:txBody>
                  <a:tcPr marL="8792" marR="8792" marT="8792" marB="0" anchor="ctr">
                    <a:lnL w="6350" cap="flat" cmpd="sng" algn="ctr">
                      <a:solidFill>
                        <a:schemeClr val="bg2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chemeClr val="bg2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r"/>
                      <a:endParaRPr lang="ko-KR" altLang="en-US" sz="700">
                        <a:latin typeface="대명체 보통" panose="020B0600000101010101" pitchFamily="50" charset="-127"/>
                        <a:ea typeface="대명체 보통" panose="020B0600000101010101" pitchFamily="50" charset="-127"/>
                      </a:endParaRPr>
                    </a:p>
                  </a:txBody>
                  <a:tcPr marL="8792" marR="8792" marT="8792" marB="0" anchor="ctr">
                    <a:lnL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</a:tcPr>
                </a:tc>
                <a:tc>
                  <a:txBody>
                    <a:bodyPr/>
                    <a:lstStyle/>
                    <a:p>
                      <a:pPr algn="r" rtl="0" fontAlgn="ctr"/>
                      <a:r>
                        <a:rPr lang="en-US" altLang="ko-KR" sz="700" b="0" i="0" u="none" strike="noStrike">
                          <a:solidFill>
                            <a:srgbClr val="000000"/>
                          </a:solidFill>
                          <a:effectLst/>
                          <a:latin typeface="대명체 보통" panose="020B0600000101010101" pitchFamily="50" charset="-127"/>
                          <a:ea typeface="대명체 보통" panose="020B0600000101010101" pitchFamily="50" charset="-127"/>
                        </a:rPr>
                        <a:t>-</a:t>
                      </a:r>
                    </a:p>
                  </a:txBody>
                  <a:tcPr marL="8792" marR="8792" marT="8792" marB="0" anchor="ctr">
                    <a:lnL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chemeClr val="bg2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r" fontAlgn="ctr"/>
                      <a:r>
                        <a:rPr lang="en-US" altLang="ko-KR" sz="700" b="0" i="0" u="none" strike="noStrike">
                          <a:solidFill>
                            <a:srgbClr val="000000"/>
                          </a:solidFill>
                          <a:effectLst/>
                          <a:latin typeface="대명체 보통" panose="020B0600000101010101" pitchFamily="50" charset="-127"/>
                          <a:ea typeface="대명체 보통" panose="020B0600000101010101" pitchFamily="50" charset="-127"/>
                        </a:rPr>
                        <a:t>-</a:t>
                      </a:r>
                    </a:p>
                  </a:txBody>
                  <a:tcPr marL="8792" marR="8792" marT="8792" marB="0" anchor="ctr">
                    <a:lnL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chemeClr val="bg2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chemeClr val="bg2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endParaRPr lang="ko-KR" altLang="en-US"/>
                    </a:p>
                  </a:txBody>
                  <a:tcPr marL="8792" marR="8792" marT="8792" marB="0" anchor="ctr">
                    <a:lnL w="6350" cap="flat" cmpd="sng" algn="ctr">
                      <a:solidFill>
                        <a:schemeClr val="bg2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chemeClr val="bg2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endParaRPr lang="ko-KR" altLang="en-US"/>
                    </a:p>
                  </a:txBody>
                  <a:tcPr marL="8792" marR="8792" marT="8792" marB="0" anchor="ctr">
                    <a:lnL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chemeClr val="bg2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chemeClr val="bg2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endParaRPr lang="ko-KR" altLang="en-US"/>
                    </a:p>
                  </a:txBody>
                  <a:tcPr marL="8792" marR="8792" marT="8792" marB="0" anchor="ctr">
                    <a:lnL w="6350" cap="flat" cmpd="sng" algn="ctr">
                      <a:solidFill>
                        <a:schemeClr val="bg2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chemeClr val="bg2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chemeClr val="bg2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endParaRPr lang="ko-KR" altLang="en-US"/>
                    </a:p>
                  </a:txBody>
                  <a:tcPr marL="8792" marR="8792" marT="8792" marB="0" anchor="ctr">
                    <a:lnL w="6350" cap="flat" cmpd="sng" algn="ctr">
                      <a:solidFill>
                        <a:schemeClr val="bg2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chemeClr val="bg2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chemeClr val="bg2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r" rtl="0" fontAlgn="ctr"/>
                      <a:r>
                        <a:rPr lang="en-US" altLang="ko-KR" sz="700" b="0" i="0" u="none" strike="noStrike">
                          <a:solidFill>
                            <a:srgbClr val="000000"/>
                          </a:solidFill>
                          <a:effectLst/>
                          <a:latin typeface="대명체 보통" panose="020B0600000101010101" pitchFamily="50" charset="-127"/>
                          <a:ea typeface="대명체 보통" panose="020B0600000101010101" pitchFamily="50" charset="-127"/>
                        </a:rPr>
                        <a:t>88</a:t>
                      </a:r>
                    </a:p>
                  </a:txBody>
                  <a:tcPr marL="8792" marR="8792" marT="8792" marB="0" anchor="ctr">
                    <a:lnL w="6350" cap="flat" cmpd="sng" algn="ctr">
                      <a:solidFill>
                        <a:schemeClr val="bg2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chemeClr val="bg2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r" rtl="0" fontAlgn="ctr"/>
                      <a:r>
                        <a:rPr lang="en-US" altLang="ko-KR" sz="700" b="0" i="0" u="none" strike="noStrike">
                          <a:solidFill>
                            <a:srgbClr val="000000"/>
                          </a:solidFill>
                          <a:effectLst/>
                          <a:latin typeface="대명체 보통" panose="020B0600000101010101" pitchFamily="50" charset="-127"/>
                          <a:ea typeface="대명체 보통" panose="020B0600000101010101" pitchFamily="50" charset="-127"/>
                        </a:rPr>
                        <a:t>-</a:t>
                      </a:r>
                    </a:p>
                  </a:txBody>
                  <a:tcPr marL="8792" marR="8792" marT="8792" marB="0" anchor="ctr">
                    <a:lnL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chemeClr val="bg2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chemeClr val="bg2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endParaRPr lang="ko-KR" altLang="en-US"/>
                    </a:p>
                  </a:txBody>
                  <a:tcPr marL="8792" marR="8792" marT="8792" marB="0" anchor="ctr">
                    <a:lnL w="6350" cap="flat" cmpd="sng" algn="ctr">
                      <a:solidFill>
                        <a:schemeClr val="bg2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chemeClr val="bg2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chemeClr val="bg2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endParaRPr lang="ko-KR" altLang="en-US"/>
                    </a:p>
                  </a:txBody>
                  <a:tcPr marL="8792" marR="8792" marT="8792" marB="0" anchor="ctr">
                    <a:lnL w="6350" cap="flat" cmpd="sng" algn="ctr">
                      <a:solidFill>
                        <a:schemeClr val="bg2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>
                      <a:noFill/>
                    </a:lnR>
                    <a:lnT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chemeClr val="bg2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extLst>
                  <a:ext uri="{0D108BD9-81ED-4DB2-BD59-A6C34878D82A}">
                    <a16:rowId xmlns:a16="http://schemas.microsoft.com/office/drawing/2014/main" val="2547681291"/>
                  </a:ext>
                </a:extLst>
              </a:tr>
              <a:tr h="282462">
                <a:tc gridSpan="2">
                  <a:txBody>
                    <a:bodyPr/>
                    <a:lstStyle/>
                    <a:p>
                      <a:pPr algn="l" rtl="0" fontAlgn="ctr"/>
                      <a:r>
                        <a:rPr lang="ko-KR" altLang="en-US" sz="800" b="0" i="0" u="none" strike="noStrike" dirty="0" err="1" smtClean="0">
                          <a:ln>
                            <a:solidFill>
                              <a:schemeClr val="accent1">
                                <a:alpha val="0"/>
                              </a:schemeClr>
                            </a:solidFill>
                          </a:ln>
                          <a:solidFill>
                            <a:schemeClr val="tx1">
                              <a:lumMod val="95000"/>
                              <a:lumOff val="5000"/>
                            </a:schemeClr>
                          </a:solidFill>
                          <a:effectLst/>
                          <a:latin typeface="대명체 보통" panose="020B0600000101010101" pitchFamily="50" charset="-127"/>
                          <a:ea typeface="대명체 보통" panose="020B0600000101010101" pitchFamily="50" charset="-127"/>
                        </a:rPr>
                        <a:t>레저마케팅</a:t>
                      </a:r>
                      <a:endParaRPr lang="ko-KR" altLang="en-US" sz="800" b="0" i="0" u="none" strike="noStrike" dirty="0">
                        <a:ln>
                          <a:solidFill>
                            <a:schemeClr val="accent1">
                              <a:alpha val="0"/>
                            </a:schemeClr>
                          </a:solidFill>
                        </a:ln>
                        <a:solidFill>
                          <a:schemeClr val="tx1">
                            <a:lumMod val="95000"/>
                            <a:lumOff val="5000"/>
                          </a:schemeClr>
                        </a:solidFill>
                        <a:effectLst/>
                        <a:latin typeface="대명체 보통" panose="020B0600000101010101" pitchFamily="50" charset="-127"/>
                        <a:ea typeface="대명체 보통" panose="020B0600000101010101" pitchFamily="50" charset="-127"/>
                      </a:endParaRPr>
                    </a:p>
                  </a:txBody>
                  <a:tcPr marL="66462" marR="33231" marT="7036" marB="0" anchor="ctr">
                    <a:lnL>
                      <a:noFill/>
                    </a:lnL>
                    <a:lnR w="6350" cap="flat" cmpd="sng" algn="ctr">
                      <a:solidFill>
                        <a:schemeClr val="bg2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chemeClr val="bg2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 hMerge="1">
                  <a:txBody>
                    <a:bodyPr/>
                    <a:lstStyle/>
                    <a:p>
                      <a:pPr latinLnBrk="1"/>
                      <a:endParaRPr lang="ko-KR" altLang="en-US"/>
                    </a:p>
                  </a:txBody>
                  <a:tcPr>
                    <a:lnL w="6350" cap="flat" cmpd="sng" algn="ctr">
                      <a:solidFill>
                        <a:schemeClr val="bg2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chemeClr val="bg2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chemeClr val="bg2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chemeClr val="bg2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r" rtl="0" fontAlgn="ctr"/>
                      <a:r>
                        <a:rPr lang="en-US" altLang="ko-KR" sz="700" b="0" i="0" u="none" strike="noStrike">
                          <a:solidFill>
                            <a:srgbClr val="000000"/>
                          </a:solidFill>
                          <a:effectLst/>
                          <a:latin typeface="대명체 보통" panose="020B0600000101010101" pitchFamily="50" charset="-127"/>
                          <a:ea typeface="대명체 보통" panose="020B0600000101010101" pitchFamily="50" charset="-127"/>
                        </a:rPr>
                        <a:t>1,321</a:t>
                      </a:r>
                    </a:p>
                  </a:txBody>
                  <a:tcPr marL="8792" marR="8792" marT="8792" marB="0" anchor="ctr">
                    <a:lnL w="6350" cap="flat" cmpd="sng" algn="ctr">
                      <a:solidFill>
                        <a:schemeClr val="bg2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chemeClr val="bg2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chemeClr val="bg2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r" fontAlgn="ctr"/>
                      <a:r>
                        <a:rPr lang="en-US" altLang="ko-KR" sz="700" b="0" i="0" u="none" strike="noStrike">
                          <a:solidFill>
                            <a:srgbClr val="000000"/>
                          </a:solidFill>
                          <a:effectLst/>
                          <a:latin typeface="대명체 보통" panose="020B0600000101010101" pitchFamily="50" charset="-127"/>
                          <a:ea typeface="대명체 보통" panose="020B0600000101010101" pitchFamily="50" charset="-127"/>
                        </a:rPr>
                        <a:t>2%</a:t>
                      </a:r>
                    </a:p>
                  </a:txBody>
                  <a:tcPr marL="8792" marR="8792" marT="8792" marB="0" anchor="ctr">
                    <a:lnL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chemeClr val="bg2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chemeClr val="bg2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chemeClr val="bg2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endParaRPr lang="ko-KR" altLang="en-US"/>
                    </a:p>
                  </a:txBody>
                  <a:tcPr marL="8792" marR="8792" marT="8792" marB="0" anchor="ctr">
                    <a:lnL w="6350" cap="flat" cmpd="sng" algn="ctr">
                      <a:solidFill>
                        <a:schemeClr val="bg2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chemeClr val="bg2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chemeClr val="bg2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endParaRPr lang="ko-KR" altLang="en-US"/>
                    </a:p>
                  </a:txBody>
                  <a:tcPr marL="8792" marR="8792" marT="8792" marB="0" anchor="ctr">
                    <a:lnL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chemeClr val="bg2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chemeClr val="bg2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chemeClr val="bg2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endParaRPr lang="ko-KR" altLang="en-US"/>
                    </a:p>
                  </a:txBody>
                  <a:tcPr marL="8792" marR="8792" marT="8792" marB="0" anchor="ctr">
                    <a:lnL w="6350" cap="flat" cmpd="sng" algn="ctr">
                      <a:solidFill>
                        <a:schemeClr val="bg2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chemeClr val="bg2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chemeClr val="bg2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chemeClr val="bg2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endParaRPr lang="ko-KR" altLang="en-US"/>
                    </a:p>
                  </a:txBody>
                  <a:tcPr marL="8792" marR="8792" marT="8792" marB="0" anchor="ctr">
                    <a:lnL w="6350" cap="flat" cmpd="sng" algn="ctr">
                      <a:solidFill>
                        <a:schemeClr val="bg2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chemeClr val="bg2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chemeClr val="bg2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chemeClr val="bg2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r" rtl="0" fontAlgn="ctr"/>
                      <a:r>
                        <a:rPr lang="en-US" altLang="ko-KR" sz="700" b="0" i="0" u="none" strike="noStrike">
                          <a:solidFill>
                            <a:srgbClr val="000000"/>
                          </a:solidFill>
                          <a:effectLst/>
                          <a:latin typeface="대명체 보통" panose="020B0600000101010101" pitchFamily="50" charset="-127"/>
                          <a:ea typeface="대명체 보통" panose="020B0600000101010101" pitchFamily="50" charset="-127"/>
                        </a:rPr>
                        <a:t>1,242</a:t>
                      </a:r>
                    </a:p>
                  </a:txBody>
                  <a:tcPr marL="8792" marR="8792" marT="8792" marB="0" anchor="ctr">
                    <a:lnL w="6350" cap="flat" cmpd="sng" algn="ctr">
                      <a:solidFill>
                        <a:schemeClr val="bg2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chemeClr val="bg2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chemeClr val="bg2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r" fontAlgn="ctr"/>
                      <a:r>
                        <a:rPr lang="en-US" altLang="ko-KR" sz="700" b="0" i="0" u="none" strike="noStrike">
                          <a:solidFill>
                            <a:srgbClr val="000000"/>
                          </a:solidFill>
                          <a:effectLst/>
                          <a:latin typeface="대명체 보통" panose="020B0600000101010101" pitchFamily="50" charset="-127"/>
                          <a:ea typeface="대명체 보통" panose="020B0600000101010101" pitchFamily="50" charset="-127"/>
                        </a:rPr>
                        <a:t>2%</a:t>
                      </a:r>
                    </a:p>
                  </a:txBody>
                  <a:tcPr marL="8792" marR="8792" marT="8792" marB="0" anchor="ctr">
                    <a:lnL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chemeClr val="bg2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chemeClr val="bg2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chemeClr val="bg2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endParaRPr lang="ko-KR" altLang="en-US"/>
                    </a:p>
                  </a:txBody>
                  <a:tcPr marL="8792" marR="8792" marT="8792" marB="0" anchor="ctr">
                    <a:lnL w="6350" cap="flat" cmpd="sng" algn="ctr">
                      <a:solidFill>
                        <a:schemeClr val="bg2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chemeClr val="bg2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chemeClr val="bg2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chemeClr val="bg2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endParaRPr lang="ko-KR" altLang="en-US"/>
                    </a:p>
                  </a:txBody>
                  <a:tcPr marL="8792" marR="8792" marT="8792" marB="0" anchor="ctr">
                    <a:lnL w="6350" cap="flat" cmpd="sng" algn="ctr">
                      <a:solidFill>
                        <a:schemeClr val="bg2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chemeClr val="bg2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chemeClr val="bg2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r"/>
                      <a:endParaRPr lang="ko-KR" altLang="en-US" sz="700">
                        <a:latin typeface="대명체 보통" panose="020B0600000101010101" pitchFamily="50" charset="-127"/>
                        <a:ea typeface="대명체 보통" panose="020B0600000101010101" pitchFamily="50" charset="-127"/>
                      </a:endParaRPr>
                    </a:p>
                  </a:txBody>
                  <a:tcPr marL="8792" marR="8792" marT="8792" marB="0" anchor="ctr">
                    <a:lnL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</a:tcPr>
                </a:tc>
                <a:tc>
                  <a:txBody>
                    <a:bodyPr/>
                    <a:lstStyle/>
                    <a:p>
                      <a:pPr algn="r" rtl="0" fontAlgn="ctr"/>
                      <a:r>
                        <a:rPr lang="en-US" altLang="ko-KR" sz="700" b="0" i="0" u="none" strike="noStrike">
                          <a:solidFill>
                            <a:srgbClr val="000000"/>
                          </a:solidFill>
                          <a:effectLst/>
                          <a:latin typeface="대명체 보통" panose="020B0600000101010101" pitchFamily="50" charset="-127"/>
                          <a:ea typeface="대명체 보통" panose="020B0600000101010101" pitchFamily="50" charset="-127"/>
                        </a:rPr>
                        <a:t>4,267</a:t>
                      </a:r>
                    </a:p>
                  </a:txBody>
                  <a:tcPr marL="8792" marR="8792" marT="8792" marB="0" anchor="ctr">
                    <a:lnL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chemeClr val="bg2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chemeClr val="bg2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r" fontAlgn="ctr"/>
                      <a:r>
                        <a:rPr lang="en-US" altLang="ko-KR" sz="700" b="0" i="0" u="none" strike="noStrike">
                          <a:solidFill>
                            <a:srgbClr val="000000"/>
                          </a:solidFill>
                          <a:effectLst/>
                          <a:latin typeface="대명체 보통" panose="020B0600000101010101" pitchFamily="50" charset="-127"/>
                          <a:ea typeface="대명체 보통" panose="020B0600000101010101" pitchFamily="50" charset="-127"/>
                        </a:rPr>
                        <a:t>1%</a:t>
                      </a:r>
                    </a:p>
                  </a:txBody>
                  <a:tcPr marL="8792" marR="8792" marT="8792" marB="0" anchor="ctr">
                    <a:lnL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chemeClr val="bg2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chemeClr val="bg2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chemeClr val="bg2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endParaRPr lang="ko-KR" altLang="en-US"/>
                    </a:p>
                  </a:txBody>
                  <a:tcPr marL="8792" marR="8792" marT="8792" marB="0" anchor="ctr">
                    <a:lnL w="6350" cap="flat" cmpd="sng" algn="ctr">
                      <a:solidFill>
                        <a:schemeClr val="bg2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chemeClr val="bg2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chemeClr val="bg2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endParaRPr lang="ko-KR" altLang="en-US"/>
                    </a:p>
                  </a:txBody>
                  <a:tcPr marL="8792" marR="8792" marT="8792" marB="0" anchor="ctr">
                    <a:lnL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chemeClr val="bg2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chemeClr val="bg2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chemeClr val="bg2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endParaRPr lang="ko-KR" altLang="en-US"/>
                    </a:p>
                  </a:txBody>
                  <a:tcPr marL="8792" marR="8792" marT="8792" marB="0" anchor="ctr">
                    <a:lnL w="6350" cap="flat" cmpd="sng" algn="ctr">
                      <a:solidFill>
                        <a:schemeClr val="bg2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chemeClr val="bg2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chemeClr val="bg2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chemeClr val="bg2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endParaRPr lang="ko-KR" altLang="en-US"/>
                    </a:p>
                  </a:txBody>
                  <a:tcPr marL="8792" marR="8792" marT="8792" marB="0" anchor="ctr">
                    <a:lnL w="6350" cap="flat" cmpd="sng" algn="ctr">
                      <a:solidFill>
                        <a:schemeClr val="bg2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chemeClr val="bg2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chemeClr val="bg2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chemeClr val="bg2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r" rtl="0" fontAlgn="ctr"/>
                      <a:r>
                        <a:rPr lang="en-US" altLang="ko-KR" sz="700" b="0" i="0" u="none" strike="noStrike">
                          <a:solidFill>
                            <a:srgbClr val="000000"/>
                          </a:solidFill>
                          <a:effectLst/>
                          <a:latin typeface="대명체 보통" panose="020B0600000101010101" pitchFamily="50" charset="-127"/>
                          <a:ea typeface="대명체 보통" panose="020B0600000101010101" pitchFamily="50" charset="-127"/>
                        </a:rPr>
                        <a:t>3,748</a:t>
                      </a:r>
                    </a:p>
                  </a:txBody>
                  <a:tcPr marL="8792" marR="8792" marT="8792" marB="0" anchor="ctr">
                    <a:lnL w="6350" cap="flat" cmpd="sng" algn="ctr">
                      <a:solidFill>
                        <a:schemeClr val="bg2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chemeClr val="bg2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chemeClr val="bg2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r" fontAlgn="ctr"/>
                      <a:r>
                        <a:rPr lang="en-US" altLang="ko-KR" sz="700" b="0" i="0" u="none" strike="noStrike">
                          <a:solidFill>
                            <a:srgbClr val="000000"/>
                          </a:solidFill>
                          <a:effectLst/>
                          <a:latin typeface="대명체 보통" panose="020B0600000101010101" pitchFamily="50" charset="-127"/>
                          <a:ea typeface="대명체 보통" panose="020B0600000101010101" pitchFamily="50" charset="-127"/>
                        </a:rPr>
                        <a:t>1%</a:t>
                      </a:r>
                    </a:p>
                  </a:txBody>
                  <a:tcPr marL="8792" marR="8792" marT="8792" marB="0" anchor="ctr">
                    <a:lnL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chemeClr val="bg2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chemeClr val="bg2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chemeClr val="bg2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endParaRPr lang="ko-KR" altLang="en-US"/>
                    </a:p>
                  </a:txBody>
                  <a:tcPr marL="8792" marR="8792" marT="8792" marB="0" anchor="ctr">
                    <a:lnL w="6350" cap="flat" cmpd="sng" algn="ctr">
                      <a:solidFill>
                        <a:schemeClr val="bg2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chemeClr val="bg2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chemeClr val="bg2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chemeClr val="bg2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endParaRPr lang="ko-KR" altLang="en-US"/>
                    </a:p>
                  </a:txBody>
                  <a:tcPr marL="8792" marR="8792" marT="8792" marB="0" anchor="ctr">
                    <a:lnL w="6350" cap="flat" cmpd="sng" algn="ctr">
                      <a:solidFill>
                        <a:schemeClr val="bg2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>
                      <a:noFill/>
                    </a:lnR>
                    <a:lnT w="6350" cap="flat" cmpd="sng" algn="ctr">
                      <a:solidFill>
                        <a:schemeClr val="bg2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chemeClr val="bg2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extLst>
                  <a:ext uri="{0D108BD9-81ED-4DB2-BD59-A6C34878D82A}">
                    <a16:rowId xmlns:a16="http://schemas.microsoft.com/office/drawing/2014/main" val="2725120293"/>
                  </a:ext>
                </a:extLst>
              </a:tr>
              <a:tr h="282462">
                <a:tc>
                  <a:txBody>
                    <a:bodyPr/>
                    <a:lstStyle/>
                    <a:p>
                      <a:pPr algn="l" rtl="0" fontAlgn="ctr"/>
                      <a:r>
                        <a:rPr lang="ko-KR" altLang="en-US" sz="800" b="0" i="0" u="none" strike="noStrike" dirty="0">
                          <a:ln>
                            <a:solidFill>
                              <a:schemeClr val="accent1">
                                <a:alpha val="0"/>
                              </a:schemeClr>
                            </a:solidFill>
                          </a:ln>
                          <a:solidFill>
                            <a:schemeClr val="tx1">
                              <a:lumMod val="95000"/>
                              <a:lumOff val="5000"/>
                            </a:schemeClr>
                          </a:solidFill>
                          <a:effectLst/>
                          <a:latin typeface="대명체 보통" panose="020B0600000101010101" pitchFamily="50" charset="-127"/>
                          <a:ea typeface="대명체 보통" panose="020B0600000101010101" pitchFamily="50" charset="-127"/>
                        </a:rPr>
                        <a:t>　</a:t>
                      </a:r>
                    </a:p>
                  </a:txBody>
                  <a:tcPr marL="66462" marR="33231" marT="7036" marB="0" anchor="ctr">
                    <a:lnL>
                      <a:noFill/>
                    </a:lnL>
                    <a:lnR w="6350" cap="flat" cmpd="sng" algn="ctr">
                      <a:solidFill>
                        <a:schemeClr val="bg2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l" rtl="0" fontAlgn="ctr"/>
                      <a:r>
                        <a:rPr lang="ko-KR" altLang="en-US" sz="800" b="0" i="0" u="none" strike="noStrike" dirty="0" err="1" smtClean="0">
                          <a:ln>
                            <a:solidFill>
                              <a:schemeClr val="accent1">
                                <a:alpha val="0"/>
                              </a:schemeClr>
                            </a:solidFill>
                          </a:ln>
                          <a:solidFill>
                            <a:schemeClr val="tx1">
                              <a:lumMod val="95000"/>
                              <a:lumOff val="5000"/>
                            </a:schemeClr>
                          </a:solidFill>
                          <a:effectLst/>
                          <a:latin typeface="대명체 보통" panose="020B0600000101010101" pitchFamily="50" charset="-127"/>
                          <a:ea typeface="대명체 보통" panose="020B0600000101010101" pitchFamily="50" charset="-127"/>
                        </a:rPr>
                        <a:t>자사몰</a:t>
                      </a:r>
                      <a:endParaRPr lang="en-US" sz="800" b="0" i="0" u="none" strike="noStrike" dirty="0">
                        <a:ln>
                          <a:solidFill>
                            <a:schemeClr val="accent1">
                              <a:alpha val="0"/>
                            </a:schemeClr>
                          </a:solidFill>
                        </a:ln>
                        <a:solidFill>
                          <a:schemeClr val="tx1">
                            <a:lumMod val="95000"/>
                            <a:lumOff val="5000"/>
                          </a:schemeClr>
                        </a:solidFill>
                        <a:effectLst/>
                        <a:latin typeface="대명체 보통" panose="020B0600000101010101" pitchFamily="50" charset="-127"/>
                        <a:ea typeface="대명체 보통" panose="020B0600000101010101" pitchFamily="50" charset="-127"/>
                      </a:endParaRPr>
                    </a:p>
                  </a:txBody>
                  <a:tcPr marL="66462" marR="33231" marT="7036" marB="0" anchor="ctr">
                    <a:lnL w="6350" cap="flat" cmpd="sng" algn="ctr">
                      <a:solidFill>
                        <a:schemeClr val="bg2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chemeClr val="bg2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chemeClr val="bg2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r" rtl="0" fontAlgn="ctr"/>
                      <a:r>
                        <a:rPr lang="en-US" altLang="ko-KR" sz="700" b="0" i="0" u="none" strike="noStrike">
                          <a:solidFill>
                            <a:srgbClr val="000000"/>
                          </a:solidFill>
                          <a:effectLst/>
                          <a:latin typeface="대명체 보통" panose="020B0600000101010101" pitchFamily="50" charset="-127"/>
                          <a:ea typeface="대명체 보통" panose="020B0600000101010101" pitchFamily="50" charset="-127"/>
                        </a:rPr>
                        <a:t>179</a:t>
                      </a:r>
                    </a:p>
                  </a:txBody>
                  <a:tcPr marL="8792" marR="8792" marT="8792" marB="0" anchor="ctr">
                    <a:lnL w="6350" cap="flat" cmpd="sng" algn="ctr">
                      <a:solidFill>
                        <a:schemeClr val="bg2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chemeClr val="bg2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r" fontAlgn="ctr"/>
                      <a:r>
                        <a:rPr lang="en-US" altLang="ko-KR" sz="700" b="0" i="0" u="none" strike="noStrike">
                          <a:solidFill>
                            <a:srgbClr val="000000"/>
                          </a:solidFill>
                          <a:effectLst/>
                          <a:latin typeface="대명체 보통" panose="020B0600000101010101" pitchFamily="50" charset="-127"/>
                          <a:ea typeface="대명체 보통" panose="020B0600000101010101" pitchFamily="50" charset="-127"/>
                        </a:rPr>
                        <a:t>0%</a:t>
                      </a:r>
                    </a:p>
                  </a:txBody>
                  <a:tcPr marL="8792" marR="8792" marT="8792" marB="0" anchor="ctr">
                    <a:lnL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chemeClr val="bg2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chemeClr val="bg2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endParaRPr lang="ko-KR" altLang="en-US"/>
                    </a:p>
                  </a:txBody>
                  <a:tcPr marL="8792" marR="8792" marT="8792" marB="0" anchor="ctr">
                    <a:lnL w="6350" cap="flat" cmpd="sng" algn="ctr">
                      <a:solidFill>
                        <a:schemeClr val="bg2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chemeClr val="bg2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endParaRPr lang="ko-KR" altLang="en-US"/>
                    </a:p>
                  </a:txBody>
                  <a:tcPr marL="8792" marR="8792" marT="8792" marB="0" anchor="ctr">
                    <a:lnL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chemeClr val="bg2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chemeClr val="bg2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endParaRPr lang="ko-KR" altLang="en-US"/>
                    </a:p>
                  </a:txBody>
                  <a:tcPr marL="8792" marR="8792" marT="8792" marB="0" anchor="ctr">
                    <a:lnL w="6350" cap="flat" cmpd="sng" algn="ctr">
                      <a:solidFill>
                        <a:schemeClr val="bg2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chemeClr val="bg2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chemeClr val="bg2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endParaRPr lang="ko-KR" altLang="en-US"/>
                    </a:p>
                  </a:txBody>
                  <a:tcPr marL="8792" marR="8792" marT="8792" marB="0" anchor="ctr">
                    <a:lnL w="6350" cap="flat" cmpd="sng" algn="ctr">
                      <a:solidFill>
                        <a:schemeClr val="bg2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chemeClr val="bg2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chemeClr val="bg2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r" rtl="0" fontAlgn="ctr"/>
                      <a:r>
                        <a:rPr lang="en-US" altLang="ko-KR" sz="700" b="0" i="0" u="none" strike="noStrike">
                          <a:solidFill>
                            <a:srgbClr val="000000"/>
                          </a:solidFill>
                          <a:effectLst/>
                          <a:latin typeface="대명체 보통" panose="020B0600000101010101" pitchFamily="50" charset="-127"/>
                          <a:ea typeface="대명체 보통" panose="020B0600000101010101" pitchFamily="50" charset="-127"/>
                        </a:rPr>
                        <a:t>133</a:t>
                      </a:r>
                    </a:p>
                  </a:txBody>
                  <a:tcPr marL="8792" marR="8792" marT="8792" marB="0" anchor="ctr">
                    <a:lnL w="6350" cap="flat" cmpd="sng" algn="ctr">
                      <a:solidFill>
                        <a:schemeClr val="bg2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chemeClr val="bg2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r" fontAlgn="ctr"/>
                      <a:r>
                        <a:rPr lang="en-US" altLang="ko-KR" sz="700" b="0" i="0" u="none" strike="noStrike">
                          <a:solidFill>
                            <a:srgbClr val="000000"/>
                          </a:solidFill>
                          <a:effectLst/>
                          <a:latin typeface="대명체 보통" panose="020B0600000101010101" pitchFamily="50" charset="-127"/>
                          <a:ea typeface="대명체 보통" panose="020B0600000101010101" pitchFamily="50" charset="-127"/>
                        </a:rPr>
                        <a:t>0%</a:t>
                      </a:r>
                    </a:p>
                  </a:txBody>
                  <a:tcPr marL="8792" marR="8792" marT="8792" marB="0" anchor="ctr">
                    <a:lnL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chemeClr val="bg2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chemeClr val="bg2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endParaRPr lang="ko-KR" altLang="en-US"/>
                    </a:p>
                  </a:txBody>
                  <a:tcPr marL="8792" marR="8792" marT="8792" marB="0" anchor="ctr">
                    <a:lnL w="6350" cap="flat" cmpd="sng" algn="ctr">
                      <a:solidFill>
                        <a:schemeClr val="bg2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chemeClr val="bg2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chemeClr val="bg2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endParaRPr lang="ko-KR" altLang="en-US"/>
                    </a:p>
                  </a:txBody>
                  <a:tcPr marL="8792" marR="8792" marT="8792" marB="0" anchor="ctr">
                    <a:lnL w="6350" cap="flat" cmpd="sng" algn="ctr">
                      <a:solidFill>
                        <a:schemeClr val="bg2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chemeClr val="bg2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r"/>
                      <a:endParaRPr lang="ko-KR" altLang="en-US" sz="700">
                        <a:latin typeface="대명체 보통" panose="020B0600000101010101" pitchFamily="50" charset="-127"/>
                        <a:ea typeface="대명체 보통" panose="020B0600000101010101" pitchFamily="50" charset="-127"/>
                      </a:endParaRPr>
                    </a:p>
                  </a:txBody>
                  <a:tcPr marL="8792" marR="8792" marT="8792" marB="0" anchor="ctr">
                    <a:lnL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</a:tcPr>
                </a:tc>
                <a:tc>
                  <a:txBody>
                    <a:bodyPr/>
                    <a:lstStyle/>
                    <a:p>
                      <a:pPr algn="r" rtl="0" fontAlgn="ctr"/>
                      <a:r>
                        <a:rPr lang="en-US" altLang="ko-KR" sz="700" b="0" i="0" u="none" strike="noStrike">
                          <a:solidFill>
                            <a:srgbClr val="000000"/>
                          </a:solidFill>
                          <a:effectLst/>
                          <a:latin typeface="대명체 보통" panose="020B0600000101010101" pitchFamily="50" charset="-127"/>
                          <a:ea typeface="대명체 보통" panose="020B0600000101010101" pitchFamily="50" charset="-127"/>
                        </a:rPr>
                        <a:t>863</a:t>
                      </a:r>
                    </a:p>
                  </a:txBody>
                  <a:tcPr marL="8792" marR="8792" marT="8792" marB="0" anchor="ctr">
                    <a:lnL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chemeClr val="bg2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r" fontAlgn="ctr"/>
                      <a:r>
                        <a:rPr lang="en-US" altLang="ko-KR" sz="700" b="0" i="0" u="none" strike="noStrike">
                          <a:solidFill>
                            <a:srgbClr val="000000"/>
                          </a:solidFill>
                          <a:effectLst/>
                          <a:latin typeface="대명체 보통" panose="020B0600000101010101" pitchFamily="50" charset="-127"/>
                          <a:ea typeface="대명체 보통" panose="020B0600000101010101" pitchFamily="50" charset="-127"/>
                        </a:rPr>
                        <a:t>0%</a:t>
                      </a:r>
                    </a:p>
                  </a:txBody>
                  <a:tcPr marL="8792" marR="8792" marT="8792" marB="0" anchor="ctr">
                    <a:lnL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chemeClr val="bg2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chemeClr val="bg2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endParaRPr lang="ko-KR" altLang="en-US"/>
                    </a:p>
                  </a:txBody>
                  <a:tcPr marL="8792" marR="8792" marT="8792" marB="0" anchor="ctr">
                    <a:lnL w="6350" cap="flat" cmpd="sng" algn="ctr">
                      <a:solidFill>
                        <a:schemeClr val="bg2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chemeClr val="bg2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endParaRPr lang="ko-KR" altLang="en-US"/>
                    </a:p>
                  </a:txBody>
                  <a:tcPr marL="8792" marR="8792" marT="8792" marB="0" anchor="ctr">
                    <a:lnL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chemeClr val="bg2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chemeClr val="bg2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endParaRPr lang="ko-KR" altLang="en-US"/>
                    </a:p>
                  </a:txBody>
                  <a:tcPr marL="8792" marR="8792" marT="8792" marB="0" anchor="ctr">
                    <a:lnL w="6350" cap="flat" cmpd="sng" algn="ctr">
                      <a:solidFill>
                        <a:schemeClr val="bg2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chemeClr val="bg2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chemeClr val="bg2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endParaRPr lang="ko-KR" altLang="en-US"/>
                    </a:p>
                  </a:txBody>
                  <a:tcPr marL="8792" marR="8792" marT="8792" marB="0" anchor="ctr">
                    <a:lnL w="6350" cap="flat" cmpd="sng" algn="ctr">
                      <a:solidFill>
                        <a:schemeClr val="bg2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chemeClr val="bg2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chemeClr val="bg2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r" rtl="0" fontAlgn="ctr"/>
                      <a:r>
                        <a:rPr lang="en-US" altLang="ko-KR" sz="700" b="0" i="0" u="none" strike="noStrike">
                          <a:solidFill>
                            <a:srgbClr val="000000"/>
                          </a:solidFill>
                          <a:effectLst/>
                          <a:latin typeface="대명체 보통" panose="020B0600000101010101" pitchFamily="50" charset="-127"/>
                          <a:ea typeface="대명체 보통" panose="020B0600000101010101" pitchFamily="50" charset="-127"/>
                        </a:rPr>
                        <a:t>442</a:t>
                      </a:r>
                    </a:p>
                  </a:txBody>
                  <a:tcPr marL="8792" marR="8792" marT="8792" marB="0" anchor="ctr">
                    <a:lnL w="6350" cap="flat" cmpd="sng" algn="ctr">
                      <a:solidFill>
                        <a:schemeClr val="bg2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chemeClr val="bg2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r" fontAlgn="ctr"/>
                      <a:r>
                        <a:rPr lang="en-US" altLang="ko-KR" sz="700" b="0" i="0" u="none" strike="noStrike">
                          <a:solidFill>
                            <a:srgbClr val="000000"/>
                          </a:solidFill>
                          <a:effectLst/>
                          <a:latin typeface="대명체 보통" panose="020B0600000101010101" pitchFamily="50" charset="-127"/>
                          <a:ea typeface="대명체 보통" panose="020B0600000101010101" pitchFamily="50" charset="-127"/>
                        </a:rPr>
                        <a:t>0%</a:t>
                      </a:r>
                    </a:p>
                  </a:txBody>
                  <a:tcPr marL="8792" marR="8792" marT="8792" marB="0" anchor="ctr">
                    <a:lnL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chemeClr val="bg2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chemeClr val="bg2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endParaRPr lang="ko-KR" altLang="en-US"/>
                    </a:p>
                  </a:txBody>
                  <a:tcPr marL="8792" marR="8792" marT="8792" marB="0" anchor="ctr">
                    <a:lnL w="6350" cap="flat" cmpd="sng" algn="ctr">
                      <a:solidFill>
                        <a:schemeClr val="bg2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chemeClr val="bg2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chemeClr val="bg2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endParaRPr lang="ko-KR" altLang="en-US"/>
                    </a:p>
                  </a:txBody>
                  <a:tcPr marL="8792" marR="8792" marT="8792" marB="0" anchor="ctr">
                    <a:lnL w="6350" cap="flat" cmpd="sng" algn="ctr">
                      <a:solidFill>
                        <a:schemeClr val="bg2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>
                      <a:noFill/>
                    </a:lnR>
                    <a:lnT w="6350" cap="flat" cmpd="sng" algn="ctr">
                      <a:solidFill>
                        <a:schemeClr val="bg2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extLst>
                  <a:ext uri="{0D108BD9-81ED-4DB2-BD59-A6C34878D82A}">
                    <a16:rowId xmlns:a16="http://schemas.microsoft.com/office/drawing/2014/main" val="1465420375"/>
                  </a:ext>
                </a:extLst>
              </a:tr>
              <a:tr h="282462">
                <a:tc>
                  <a:txBody>
                    <a:bodyPr/>
                    <a:lstStyle/>
                    <a:p>
                      <a:pPr algn="l" rtl="0" fontAlgn="ctr"/>
                      <a:endParaRPr lang="ko-KR" altLang="en-US" sz="800" b="0" i="0" u="none" strike="noStrike" dirty="0">
                        <a:ln>
                          <a:solidFill>
                            <a:schemeClr val="accent1">
                              <a:alpha val="0"/>
                            </a:schemeClr>
                          </a:solidFill>
                        </a:ln>
                        <a:solidFill>
                          <a:schemeClr val="tx1">
                            <a:lumMod val="95000"/>
                            <a:lumOff val="5000"/>
                          </a:schemeClr>
                        </a:solidFill>
                        <a:effectLst/>
                        <a:latin typeface="대명체 보통" panose="020B0600000101010101" pitchFamily="50" charset="-127"/>
                        <a:ea typeface="대명체 보통" panose="020B0600000101010101" pitchFamily="50" charset="-127"/>
                      </a:endParaRPr>
                    </a:p>
                  </a:txBody>
                  <a:tcPr marL="66462" marR="33231" marT="7036" marB="0" anchor="ctr">
                    <a:lnL>
                      <a:noFill/>
                    </a:lnL>
                    <a:lnR w="6350" cap="flat" cmpd="sng" algn="ctr">
                      <a:solidFill>
                        <a:schemeClr val="bg2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chemeClr val="bg2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l" rtl="0" fontAlgn="ctr"/>
                      <a:r>
                        <a:rPr lang="ko-KR" altLang="en-US" sz="800" b="0" i="0" u="none" strike="noStrike" dirty="0" err="1" smtClean="0">
                          <a:ln>
                            <a:solidFill>
                              <a:schemeClr val="accent1">
                                <a:alpha val="0"/>
                              </a:schemeClr>
                            </a:solidFill>
                          </a:ln>
                          <a:solidFill>
                            <a:schemeClr val="tx1">
                              <a:lumMod val="95000"/>
                              <a:lumOff val="5000"/>
                            </a:schemeClr>
                          </a:solidFill>
                          <a:effectLst/>
                          <a:latin typeface="대명체 보통" panose="020B0600000101010101" pitchFamily="50" charset="-127"/>
                          <a:ea typeface="대명체 보통" panose="020B0600000101010101" pitchFamily="50" charset="-127"/>
                        </a:rPr>
                        <a:t>외부채널</a:t>
                      </a:r>
                      <a:endParaRPr lang="en-US" sz="800" b="0" i="0" u="none" strike="noStrike" dirty="0">
                        <a:ln>
                          <a:solidFill>
                            <a:schemeClr val="accent1">
                              <a:alpha val="0"/>
                            </a:schemeClr>
                          </a:solidFill>
                        </a:ln>
                        <a:solidFill>
                          <a:schemeClr val="tx1">
                            <a:lumMod val="95000"/>
                            <a:lumOff val="5000"/>
                          </a:schemeClr>
                        </a:solidFill>
                        <a:effectLst/>
                        <a:latin typeface="대명체 보통" panose="020B0600000101010101" pitchFamily="50" charset="-127"/>
                        <a:ea typeface="대명체 보통" panose="020B0600000101010101" pitchFamily="50" charset="-127"/>
                      </a:endParaRPr>
                    </a:p>
                  </a:txBody>
                  <a:tcPr marL="66462" marR="33231" marT="7036" marB="0" anchor="ctr">
                    <a:lnL w="6350" cap="flat" cmpd="sng" algn="ctr">
                      <a:solidFill>
                        <a:schemeClr val="bg2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chemeClr val="bg2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chemeClr val="bg2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r" rtl="0" fontAlgn="ctr"/>
                      <a:r>
                        <a:rPr lang="en-US" altLang="ko-KR" sz="700" b="0" i="0" u="none" strike="noStrike">
                          <a:solidFill>
                            <a:srgbClr val="000000"/>
                          </a:solidFill>
                          <a:effectLst/>
                          <a:latin typeface="대명체 보통" panose="020B0600000101010101" pitchFamily="50" charset="-127"/>
                          <a:ea typeface="대명체 보통" panose="020B0600000101010101" pitchFamily="50" charset="-127"/>
                        </a:rPr>
                        <a:t>1,142</a:t>
                      </a:r>
                    </a:p>
                  </a:txBody>
                  <a:tcPr marL="8792" marR="8792" marT="8792" marB="0" anchor="ctr">
                    <a:lnL w="6350" cap="flat" cmpd="sng" algn="ctr">
                      <a:solidFill>
                        <a:schemeClr val="bg2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chemeClr val="bg2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r" fontAlgn="ctr"/>
                      <a:r>
                        <a:rPr lang="en-US" altLang="ko-KR" sz="700" b="0" i="0" u="none" strike="noStrike">
                          <a:solidFill>
                            <a:srgbClr val="000000"/>
                          </a:solidFill>
                          <a:effectLst/>
                          <a:latin typeface="대명체 보통" panose="020B0600000101010101" pitchFamily="50" charset="-127"/>
                          <a:ea typeface="대명체 보통" panose="020B0600000101010101" pitchFamily="50" charset="-127"/>
                        </a:rPr>
                        <a:t>2%</a:t>
                      </a:r>
                    </a:p>
                  </a:txBody>
                  <a:tcPr marL="8792" marR="8792" marT="8792" marB="0" anchor="ctr">
                    <a:lnL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chemeClr val="bg2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chemeClr val="bg2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endParaRPr lang="ko-KR" altLang="en-US"/>
                    </a:p>
                  </a:txBody>
                  <a:tcPr marL="8792" marR="8792" marT="8792" marB="0" anchor="ctr">
                    <a:lnL w="6350" cap="flat" cmpd="sng" algn="ctr">
                      <a:solidFill>
                        <a:schemeClr val="bg2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chemeClr val="bg2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endParaRPr lang="ko-KR" altLang="en-US"/>
                    </a:p>
                  </a:txBody>
                  <a:tcPr marL="8792" marR="8792" marT="8792" marB="0" anchor="ctr">
                    <a:lnL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chemeClr val="bg2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chemeClr val="bg2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endParaRPr lang="ko-KR" altLang="en-US"/>
                    </a:p>
                  </a:txBody>
                  <a:tcPr marL="8792" marR="8792" marT="8792" marB="0" anchor="ctr">
                    <a:lnL w="6350" cap="flat" cmpd="sng" algn="ctr">
                      <a:solidFill>
                        <a:schemeClr val="bg2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chemeClr val="bg2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chemeClr val="bg2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endParaRPr lang="ko-KR" altLang="en-US" dirty="0"/>
                    </a:p>
                  </a:txBody>
                  <a:tcPr marL="8792" marR="8792" marT="8792" marB="0" anchor="ctr">
                    <a:lnL w="6350" cap="flat" cmpd="sng" algn="ctr">
                      <a:solidFill>
                        <a:schemeClr val="bg2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chemeClr val="bg2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chemeClr val="bg2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r" rtl="0" fontAlgn="ctr"/>
                      <a:r>
                        <a:rPr lang="en-US" altLang="ko-KR" sz="700" b="0" i="0" u="none" strike="noStrike">
                          <a:solidFill>
                            <a:srgbClr val="000000"/>
                          </a:solidFill>
                          <a:effectLst/>
                          <a:latin typeface="대명체 보통" panose="020B0600000101010101" pitchFamily="50" charset="-127"/>
                          <a:ea typeface="대명체 보통" panose="020B0600000101010101" pitchFamily="50" charset="-127"/>
                        </a:rPr>
                        <a:t>1,109</a:t>
                      </a:r>
                    </a:p>
                  </a:txBody>
                  <a:tcPr marL="8792" marR="8792" marT="8792" marB="0" anchor="ctr">
                    <a:lnL w="6350" cap="flat" cmpd="sng" algn="ctr">
                      <a:solidFill>
                        <a:schemeClr val="bg2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chemeClr val="bg2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r" fontAlgn="ctr"/>
                      <a:r>
                        <a:rPr lang="en-US" altLang="ko-KR" sz="700" b="0" i="0" u="none" strike="noStrike">
                          <a:solidFill>
                            <a:srgbClr val="000000"/>
                          </a:solidFill>
                          <a:effectLst/>
                          <a:latin typeface="대명체 보통" panose="020B0600000101010101" pitchFamily="50" charset="-127"/>
                          <a:ea typeface="대명체 보통" panose="020B0600000101010101" pitchFamily="50" charset="-127"/>
                        </a:rPr>
                        <a:t>2%</a:t>
                      </a:r>
                    </a:p>
                  </a:txBody>
                  <a:tcPr marL="8792" marR="8792" marT="8792" marB="0" anchor="ctr">
                    <a:lnL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chemeClr val="bg2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chemeClr val="bg2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endParaRPr lang="ko-KR" altLang="en-US"/>
                    </a:p>
                  </a:txBody>
                  <a:tcPr marL="8792" marR="8792" marT="8792" marB="0" anchor="ctr">
                    <a:lnL w="6350" cap="flat" cmpd="sng" algn="ctr">
                      <a:solidFill>
                        <a:schemeClr val="bg2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chemeClr val="bg2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chemeClr val="bg2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endParaRPr lang="ko-KR" altLang="en-US" dirty="0"/>
                    </a:p>
                  </a:txBody>
                  <a:tcPr marL="8792" marR="8792" marT="8792" marB="0" anchor="ctr">
                    <a:lnL w="6350" cap="flat" cmpd="sng" algn="ctr">
                      <a:solidFill>
                        <a:schemeClr val="bg2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chemeClr val="bg2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r"/>
                      <a:endParaRPr lang="ko-KR" altLang="en-US" sz="700">
                        <a:latin typeface="대명체 보통" panose="020B0600000101010101" pitchFamily="50" charset="-127"/>
                        <a:ea typeface="대명체 보통" panose="020B0600000101010101" pitchFamily="50" charset="-127"/>
                      </a:endParaRPr>
                    </a:p>
                  </a:txBody>
                  <a:tcPr marL="8792" marR="8792" marT="8792" marB="0" anchor="ctr">
                    <a:lnL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</a:tcPr>
                </a:tc>
                <a:tc>
                  <a:txBody>
                    <a:bodyPr/>
                    <a:lstStyle/>
                    <a:p>
                      <a:pPr algn="r" rtl="0" fontAlgn="ctr"/>
                      <a:r>
                        <a:rPr lang="en-US" altLang="ko-KR" sz="700" b="0" i="0" u="none" strike="noStrike">
                          <a:solidFill>
                            <a:srgbClr val="000000"/>
                          </a:solidFill>
                          <a:effectLst/>
                          <a:latin typeface="대명체 보통" panose="020B0600000101010101" pitchFamily="50" charset="-127"/>
                          <a:ea typeface="대명체 보통" panose="020B0600000101010101" pitchFamily="50" charset="-127"/>
                        </a:rPr>
                        <a:t>3,404</a:t>
                      </a:r>
                    </a:p>
                  </a:txBody>
                  <a:tcPr marL="8792" marR="8792" marT="8792" marB="0" anchor="ctr">
                    <a:lnL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chemeClr val="bg2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r" fontAlgn="ctr"/>
                      <a:r>
                        <a:rPr lang="en-US" altLang="ko-KR" sz="700" b="0" i="0" u="none" strike="noStrike">
                          <a:solidFill>
                            <a:srgbClr val="000000"/>
                          </a:solidFill>
                          <a:effectLst/>
                          <a:latin typeface="대명체 보통" panose="020B0600000101010101" pitchFamily="50" charset="-127"/>
                          <a:ea typeface="대명체 보통" panose="020B0600000101010101" pitchFamily="50" charset="-127"/>
                        </a:rPr>
                        <a:t>1%</a:t>
                      </a:r>
                    </a:p>
                  </a:txBody>
                  <a:tcPr marL="8792" marR="8792" marT="8792" marB="0" anchor="ctr">
                    <a:lnL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chemeClr val="bg2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chemeClr val="bg2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endParaRPr lang="ko-KR" altLang="en-US"/>
                    </a:p>
                  </a:txBody>
                  <a:tcPr marL="8792" marR="8792" marT="8792" marB="0" anchor="ctr">
                    <a:lnL w="6350" cap="flat" cmpd="sng" algn="ctr">
                      <a:solidFill>
                        <a:schemeClr val="bg2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chemeClr val="bg2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endParaRPr lang="ko-KR" altLang="en-US"/>
                    </a:p>
                  </a:txBody>
                  <a:tcPr marL="8792" marR="8792" marT="8792" marB="0" anchor="ctr">
                    <a:lnL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chemeClr val="bg2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chemeClr val="bg2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endParaRPr lang="ko-KR" altLang="en-US"/>
                    </a:p>
                  </a:txBody>
                  <a:tcPr marL="8792" marR="8792" marT="8792" marB="0" anchor="ctr">
                    <a:lnL w="6350" cap="flat" cmpd="sng" algn="ctr">
                      <a:solidFill>
                        <a:schemeClr val="bg2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chemeClr val="bg2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chemeClr val="bg2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endParaRPr lang="ko-KR" altLang="en-US" dirty="0"/>
                    </a:p>
                  </a:txBody>
                  <a:tcPr marL="8792" marR="8792" marT="8792" marB="0" anchor="ctr">
                    <a:lnL w="6350" cap="flat" cmpd="sng" algn="ctr">
                      <a:solidFill>
                        <a:schemeClr val="bg2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chemeClr val="bg2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chemeClr val="bg2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r" rtl="0" fontAlgn="ctr"/>
                      <a:r>
                        <a:rPr lang="en-US" altLang="ko-KR" sz="700" b="0" i="0" u="none" strike="noStrike">
                          <a:solidFill>
                            <a:srgbClr val="000000"/>
                          </a:solidFill>
                          <a:effectLst/>
                          <a:latin typeface="대명체 보통" panose="020B0600000101010101" pitchFamily="50" charset="-127"/>
                          <a:ea typeface="대명체 보통" panose="020B0600000101010101" pitchFamily="50" charset="-127"/>
                        </a:rPr>
                        <a:t>3,306</a:t>
                      </a:r>
                    </a:p>
                  </a:txBody>
                  <a:tcPr marL="8792" marR="8792" marT="8792" marB="0" anchor="ctr">
                    <a:lnL w="6350" cap="flat" cmpd="sng" algn="ctr">
                      <a:solidFill>
                        <a:schemeClr val="bg2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chemeClr val="bg2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r" fontAlgn="ctr"/>
                      <a:r>
                        <a:rPr lang="en-US" altLang="ko-KR" sz="700" b="0" i="0" u="none" strike="noStrike">
                          <a:solidFill>
                            <a:srgbClr val="000000"/>
                          </a:solidFill>
                          <a:effectLst/>
                          <a:latin typeface="대명체 보통" panose="020B0600000101010101" pitchFamily="50" charset="-127"/>
                          <a:ea typeface="대명체 보통" panose="020B0600000101010101" pitchFamily="50" charset="-127"/>
                        </a:rPr>
                        <a:t>1%</a:t>
                      </a:r>
                    </a:p>
                  </a:txBody>
                  <a:tcPr marL="8792" marR="8792" marT="8792" marB="0" anchor="ctr">
                    <a:lnL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chemeClr val="bg2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chemeClr val="bg2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endParaRPr lang="ko-KR" altLang="en-US"/>
                    </a:p>
                  </a:txBody>
                  <a:tcPr marL="8792" marR="8792" marT="8792" marB="0" anchor="ctr">
                    <a:lnL w="6350" cap="flat" cmpd="sng" algn="ctr">
                      <a:solidFill>
                        <a:schemeClr val="bg2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chemeClr val="bg2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chemeClr val="bg2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endParaRPr lang="ko-KR" altLang="en-US" dirty="0"/>
                    </a:p>
                  </a:txBody>
                  <a:tcPr marL="8792" marR="8792" marT="8792" marB="0" anchor="ctr">
                    <a:lnL w="6350" cap="flat" cmpd="sng" algn="ctr">
                      <a:solidFill>
                        <a:schemeClr val="bg2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>
                      <a:noFill/>
                    </a:lnR>
                    <a:lnT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chemeClr val="bg2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extLst>
                  <a:ext uri="{0D108BD9-81ED-4DB2-BD59-A6C34878D82A}">
                    <a16:rowId xmlns:a16="http://schemas.microsoft.com/office/drawing/2014/main" val="4194681602"/>
                  </a:ext>
                </a:extLst>
              </a:tr>
            </a:tbl>
          </a:graphicData>
        </a:graphic>
      </p:graphicFrame>
    </p:spTree>
    <p:extLst>
      <p:ext uri="{BB962C8B-B14F-4D97-AF65-F5344CB8AC3E}">
        <p14:creationId xmlns:p14="http://schemas.microsoft.com/office/powerpoint/2010/main" val="2502389129"/>
      </p:ext>
    </p:extLst>
  </p:cSld>
  <p:clrMapOvr>
    <a:masterClrMapping/>
  </p:clrMapOvr>
  <mc:AlternateContent xmlns:mc="http://schemas.openxmlformats.org/markup-compatibility/2006" xmlns:p14="http://schemas.microsoft.com/office/powerpoint/2010/main">
    <mc:Choice Requires="p14">
      <p:transition spd="slow" p14:dur="2000"/>
    </mc:Choice>
    <mc:Fallback xmlns="">
      <p:transition spd="slow"/>
    </mc:Fallback>
  </mc:AlternateContent>
  <p:timing>
    <p:tnLst>
      <p:par>
        <p:cTn id="1" dur="indefinite" restart="never" nodeType="tmRoot"/>
      </p:par>
    </p:tnLst>
  </p:timing>
</p:sld>
</file>

<file path=ppt/theme/theme1.xml><?xml version="1.0" encoding="utf-8"?>
<a:theme xmlns:a="http://schemas.openxmlformats.org/drawingml/2006/main" name="Office 테마">
  <a:themeElements>
    <a:clrScheme name="Office 테마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5B9BD5"/>
      </a:accent1>
      <a:accent2>
        <a:srgbClr val="ED7D31"/>
      </a:accent2>
      <a:accent3>
        <a:srgbClr val="A5A5A5"/>
      </a:accent3>
      <a:accent4>
        <a:srgbClr val="FFC000"/>
      </a:accent4>
      <a:accent5>
        <a:srgbClr val="4472C4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 테마">
      <a:majorFont>
        <a:latin typeface="Calibri Light" panose="020F030202020403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 panose="020F050202020403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 테마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emplate>Office Theme</Template>
  <TotalTime>421</TotalTime>
  <Words>334</Words>
  <Application>Microsoft Office PowerPoint</Application>
  <PresentationFormat>화면 슬라이드 쇼(4:3)</PresentationFormat>
  <Paragraphs>217</Paragraphs>
  <Slides>1</Slides>
  <Notes>0</Notes>
  <HiddenSlides>0</HiddenSlides>
  <MMClips>0</MMClips>
  <ScaleCrop>false</ScaleCrop>
  <HeadingPairs>
    <vt:vector size="6" baseType="variant">
      <vt:variant>
        <vt:lpstr>사용한 글꼴</vt:lpstr>
      </vt:variant>
      <vt:variant>
        <vt:i4>6</vt:i4>
      </vt:variant>
      <vt:variant>
        <vt:lpstr>테마</vt:lpstr>
      </vt:variant>
      <vt:variant>
        <vt:i4>1</vt:i4>
      </vt:variant>
      <vt:variant>
        <vt:lpstr>슬라이드 제목</vt:lpstr>
      </vt:variant>
      <vt:variant>
        <vt:i4>1</vt:i4>
      </vt:variant>
    </vt:vector>
  </HeadingPairs>
  <TitlesOfParts>
    <vt:vector size="8" baseType="lpstr">
      <vt:lpstr>Arial</vt:lpstr>
      <vt:lpstr>Calibri</vt:lpstr>
      <vt:lpstr>Calibri Light</vt:lpstr>
      <vt:lpstr>대명체 굵게</vt:lpstr>
      <vt:lpstr>대명체 보통</vt:lpstr>
      <vt:lpstr>맑은 고딕</vt:lpstr>
      <vt:lpstr>Office 테마</vt:lpstr>
      <vt:lpstr>PowerPoint 프레젠테이션</vt:lpstr>
    </vt:vector>
  </TitlesOfParts>
  <Company/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PowerPoint 프레젠테이션</dc:title>
  <dc:creator>USER</dc:creator>
  <cp:lastModifiedBy>Chanmin</cp:lastModifiedBy>
  <cp:revision>6</cp:revision>
  <dcterms:created xsi:type="dcterms:W3CDTF">2026-05-27T23:40:10Z</dcterms:created>
  <dcterms:modified xsi:type="dcterms:W3CDTF">2026-06-04T05:30:52Z</dcterms:modified>
</cp:coreProperties>
</file>