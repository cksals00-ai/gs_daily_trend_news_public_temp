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(07.01~07.31)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(01.01~07.31)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16,302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1,483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13,021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3,281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85,267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108,178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22,911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72,422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35,756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8,814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9,403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589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48,345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62,099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13,754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22,050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5,499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6,266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4,819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1,447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31,240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38,829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7,589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27,521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11,308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505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632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594 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5,682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7,250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1,568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4,852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2,398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