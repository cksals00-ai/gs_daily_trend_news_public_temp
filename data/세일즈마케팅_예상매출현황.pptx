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159,226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20,198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112,278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-727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91,846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11,472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64,257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1,090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2,873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61,613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180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1,897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