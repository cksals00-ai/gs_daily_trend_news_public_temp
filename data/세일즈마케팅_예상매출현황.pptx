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15,798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9,147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160,375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21,347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111,586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48,789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7,919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-104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2,739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92,469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12,095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63,835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28,633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1,590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3,637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3,634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62,113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44,193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17,921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1,923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