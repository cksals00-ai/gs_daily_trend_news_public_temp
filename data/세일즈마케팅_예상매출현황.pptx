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(10.01~10.31)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15,988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15,206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-782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12,570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2,637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155,016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174,005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18,989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125,967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48,038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9,610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7,773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-1,838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7,717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89,984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99,529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9,545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72,580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26,948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6,676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817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4,341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2,335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60,643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67,937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7,294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49,282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18,655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758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239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512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246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4,389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6,539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2,150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4,105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2,434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