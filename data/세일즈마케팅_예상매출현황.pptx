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예상실적 </a:t>
                      </a:r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(06.01~06.30)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</a:t>
                      </a:r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(01.01~06.30)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106,488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9,289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60,991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7,098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