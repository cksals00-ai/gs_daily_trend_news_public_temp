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(09.01~09.30)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14,775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668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6,711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8,064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139,028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156,733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17,705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109,135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47,597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3,768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4,284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80,374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90,976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10,602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62,415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28,561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6,139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2,647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3,492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54,784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60,011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5,227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43,197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16,814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584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182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3,870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5,746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1,876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